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1219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79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53B9B9-5357-EF67-16F2-DE647CDB8126}" v="283" dt="2025-06-17T23:13:29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91417"/>
  </p:normalViewPr>
  <p:slideViewPr>
    <p:cSldViewPr snapToGrid="0">
      <p:cViewPr>
        <p:scale>
          <a:sx n="37" d="100"/>
          <a:sy n="37" d="100"/>
        </p:scale>
        <p:origin x="358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92968"/>
            <a:ext cx="10363200" cy="636693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605435"/>
            <a:ext cx="9144000" cy="441536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8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59305"/>
            <a:ext cx="10515600" cy="760729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2238572"/>
            <a:ext cx="10515600" cy="40004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7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868333"/>
            <a:ext cx="5181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868333"/>
            <a:ext cx="5181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5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3670"/>
            <a:ext cx="105156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483101"/>
            <a:ext cx="5157787" cy="21970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6680200"/>
            <a:ext cx="51577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483101"/>
            <a:ext cx="5183188" cy="21970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6680200"/>
            <a:ext cx="5183188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7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2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1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19200"/>
            <a:ext cx="3932237" cy="4267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633137"/>
            <a:ext cx="6172200" cy="1299633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486400"/>
            <a:ext cx="3932237" cy="1016423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4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19200"/>
            <a:ext cx="3932237" cy="4267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633137"/>
            <a:ext cx="6172200" cy="1299633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486400"/>
            <a:ext cx="3932237" cy="1016423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2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8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973666"/>
            <a:ext cx="262890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973666"/>
            <a:ext cx="773430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6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73670"/>
            <a:ext cx="105156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68333"/>
            <a:ext cx="105156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950271"/>
            <a:ext cx="2743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83787-1CA6-439D-9755-03E819AEDDC3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950271"/>
            <a:ext cx="2743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F2DE6-DF2C-4528-9BF5-0A7C745F5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2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EDA7D-8F21-2E18-50BA-7DF44472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82C8499-B0F8-A498-255E-3D7FD1540194}"/>
              </a:ext>
            </a:extLst>
          </p:cNvPr>
          <p:cNvGrpSpPr/>
          <p:nvPr/>
        </p:nvGrpSpPr>
        <p:grpSpPr>
          <a:xfrm>
            <a:off x="1042562" y="1066612"/>
            <a:ext cx="10106877" cy="16154776"/>
            <a:chOff x="648074" y="331685"/>
            <a:chExt cx="10106877" cy="16154776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EF64866-05D0-8486-3CBE-0C53D41B8683}"/>
                </a:ext>
              </a:extLst>
            </p:cNvPr>
            <p:cNvSpPr/>
            <p:nvPr/>
          </p:nvSpPr>
          <p:spPr>
            <a:xfrm>
              <a:off x="790945" y="331685"/>
              <a:ext cx="9964006" cy="12093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4E7298F-21E6-0254-F101-A6CB8B07F1E9}"/>
                </a:ext>
              </a:extLst>
            </p:cNvPr>
            <p:cNvGrpSpPr/>
            <p:nvPr/>
          </p:nvGrpSpPr>
          <p:grpSpPr>
            <a:xfrm>
              <a:off x="648074" y="331685"/>
              <a:ext cx="10106877" cy="16154776"/>
              <a:chOff x="648074" y="331685"/>
              <a:chExt cx="10106877" cy="16154776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F300059-F9C2-62F9-A9EE-F7037E8FBB71}"/>
                  </a:ext>
                </a:extLst>
              </p:cNvPr>
              <p:cNvSpPr/>
              <p:nvPr/>
            </p:nvSpPr>
            <p:spPr>
              <a:xfrm>
                <a:off x="1538016" y="7010397"/>
                <a:ext cx="9127958" cy="90816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2297219-4846-092A-B781-A15EB8AF0826}"/>
                  </a:ext>
                </a:extLst>
              </p:cNvPr>
              <p:cNvGrpSpPr/>
              <p:nvPr/>
            </p:nvGrpSpPr>
            <p:grpSpPr>
              <a:xfrm>
                <a:off x="648074" y="1182010"/>
                <a:ext cx="10106877" cy="5042768"/>
                <a:chOff x="648074" y="1182010"/>
                <a:chExt cx="10106877" cy="5042768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ECA2B26F-9566-82FC-FC0F-C22FDEF6B896}"/>
                    </a:ext>
                  </a:extLst>
                </p:cNvPr>
                <p:cNvGrpSpPr/>
                <p:nvPr/>
              </p:nvGrpSpPr>
              <p:grpSpPr>
                <a:xfrm>
                  <a:off x="648074" y="2902441"/>
                  <a:ext cx="10106877" cy="1591376"/>
                  <a:chOff x="648074" y="2902441"/>
                  <a:chExt cx="10106877" cy="1591376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F2947D75-FD94-0A47-77A9-FF76A708AE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8074" y="3428344"/>
                        <a:ext cx="2956515" cy="53957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/4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F2947D75-FD94-0A47-77A9-FF76A708AE5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48074" y="3428344"/>
                        <a:ext cx="2956515" cy="539571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136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C8DE7B44-6C89-B895-98A0-7A1CE1F5F892}"/>
                      </a:ext>
                    </a:extLst>
                  </p:cNvPr>
                  <p:cNvGrpSpPr/>
                  <p:nvPr/>
                </p:nvGrpSpPr>
                <p:grpSpPr>
                  <a:xfrm>
                    <a:off x="3733963" y="2902441"/>
                    <a:ext cx="7020988" cy="1591376"/>
                    <a:chOff x="3733963" y="2951242"/>
                    <a:chExt cx="7020988" cy="1591376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4" name="TextBox 13">
                          <a:extLst>
                            <a:ext uri="{FF2B5EF4-FFF2-40B4-BE49-F238E27FC236}">
                              <a16:creationId xmlns:a16="http://schemas.microsoft.com/office/drawing/2014/main" id="{2543B295-287D-9218-DC8F-0F9509AEA97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11063" y="4234841"/>
                          <a:ext cx="163076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>
                    <p:sp>
                      <p:nvSpPr>
                        <p:cNvPr id="14" name="TextBox 13">
                          <a:extLst>
                            <a:ext uri="{FF2B5EF4-FFF2-40B4-BE49-F238E27FC236}">
                              <a16:creationId xmlns:a16="http://schemas.microsoft.com/office/drawing/2014/main" id="{2543B295-287D-9218-DC8F-0F9509AEA97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11063" y="4234841"/>
                          <a:ext cx="1630767" cy="307777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b="-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1420A8C0-8161-0FFD-E01F-8BBC342D0C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33963" y="2951242"/>
                      <a:ext cx="7020988" cy="1578361"/>
                      <a:chOff x="3733963" y="2931060"/>
                      <a:chExt cx="7020988" cy="1578361"/>
                    </a:xfrm>
                  </p:grpSpPr>
                  <p:cxnSp>
                    <p:nvCxnSpPr>
                      <p:cNvPr id="23" name="Straight Connector 22">
                        <a:extLst>
                          <a:ext uri="{FF2B5EF4-FFF2-40B4-BE49-F238E27FC236}">
                            <a16:creationId xmlns:a16="http://schemas.microsoft.com/office/drawing/2014/main" id="{848E1727-2B21-19BE-0173-334ECC7EB20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33963" y="2936240"/>
                        <a:ext cx="1762596" cy="1573181"/>
                      </a:xfrm>
                      <a:prstGeom prst="line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Straight Connector 39">
                        <a:extLst>
                          <a:ext uri="{FF2B5EF4-FFF2-40B4-BE49-F238E27FC236}">
                            <a16:creationId xmlns:a16="http://schemas.microsoft.com/office/drawing/2014/main" id="{B17FCEA2-353D-B35F-D76D-D0F0D77640B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7262683" y="2931060"/>
                        <a:ext cx="1762596" cy="1573181"/>
                      </a:xfrm>
                      <a:prstGeom prst="line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Straight Connector 46">
                        <a:extLst>
                          <a:ext uri="{FF2B5EF4-FFF2-40B4-BE49-F238E27FC236}">
                            <a16:creationId xmlns:a16="http://schemas.microsoft.com/office/drawing/2014/main" id="{CE5D9EF2-8513-14D1-68C0-426DBC20887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500086" y="2941054"/>
                        <a:ext cx="1739854" cy="1558482"/>
                      </a:xfrm>
                      <a:prstGeom prst="line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Straight Connector 48">
                        <a:extLst>
                          <a:ext uri="{FF2B5EF4-FFF2-40B4-BE49-F238E27FC236}">
                            <a16:creationId xmlns:a16="http://schemas.microsoft.com/office/drawing/2014/main" id="{DA2BF916-B056-F9D6-1502-6D87B3352D1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15097" y="2941054"/>
                        <a:ext cx="1739854" cy="1558482"/>
                      </a:xfrm>
                      <a:prstGeom prst="line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Straight Connector 17">
                        <a:extLst>
                          <a:ext uri="{FF2B5EF4-FFF2-40B4-BE49-F238E27FC236}">
                            <a16:creationId xmlns:a16="http://schemas.microsoft.com/office/drawing/2014/main" id="{B87DC67A-9A81-775F-10FA-DB9FAB26E7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33963" y="4509421"/>
                        <a:ext cx="7011957" cy="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88" name="TextBox 87">
                          <a:extLst>
                            <a:ext uri="{FF2B5EF4-FFF2-40B4-BE49-F238E27FC236}">
                              <a16:creationId xmlns:a16="http://schemas.microsoft.com/office/drawing/2014/main" id="{8C5961B4-504C-936A-694D-60D583D134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41264" y="3484138"/>
                          <a:ext cx="69839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p:txBody>
                    </p:sp>
                  </mc:Choice>
                  <mc:Fallback>
                    <p:sp>
                      <p:nvSpPr>
                        <p:cNvPr id="88" name="TextBox 87">
                          <a:extLst>
                            <a:ext uri="{FF2B5EF4-FFF2-40B4-BE49-F238E27FC236}">
                              <a16:creationId xmlns:a16="http://schemas.microsoft.com/office/drawing/2014/main" id="{8C5961B4-504C-936A-694D-60D583D1345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41264" y="3484138"/>
                          <a:ext cx="698396" cy="369332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b="-1333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FFAC3AFD-2CB9-89DC-93FC-0187C68764D9}"/>
                    </a:ext>
                  </a:extLst>
                </p:cNvPr>
                <p:cNvGrpSpPr/>
                <p:nvPr/>
              </p:nvGrpSpPr>
              <p:grpSpPr>
                <a:xfrm>
                  <a:off x="648074" y="4639264"/>
                  <a:ext cx="10106877" cy="1585514"/>
                  <a:chOff x="648074" y="4639264"/>
                  <a:chExt cx="10106877" cy="1585514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FF2B3021-EA09-55D9-5311-2D202E17E64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8074" y="5162236"/>
                        <a:ext cx="2956515" cy="53957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/6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>
                  <p:sp>
                    <p:nvSpPr>
                      <p:cNvPr id="11" name="TextBox 10">
                        <a:extLst>
                          <a:ext uri="{FF2B5EF4-FFF2-40B4-BE49-F238E27FC236}">
                            <a16:creationId xmlns:a16="http://schemas.microsoft.com/office/drawing/2014/main" id="{FF2B3021-EA09-55D9-5311-2D202E17E64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48074" y="5162236"/>
                        <a:ext cx="2956515" cy="539571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1395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C979F6E5-C0DE-D8E4-F936-6D1A1D46A33D}"/>
                      </a:ext>
                    </a:extLst>
                  </p:cNvPr>
                  <p:cNvGrpSpPr/>
                  <p:nvPr/>
                </p:nvGrpSpPr>
                <p:grpSpPr>
                  <a:xfrm>
                    <a:off x="3623800" y="4639264"/>
                    <a:ext cx="7131151" cy="1585514"/>
                    <a:chOff x="3623800" y="4639264"/>
                    <a:chExt cx="7131151" cy="1585514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15" name="TextBox 14">
                          <a:extLst>
                            <a:ext uri="{FF2B5EF4-FFF2-40B4-BE49-F238E27FC236}">
                              <a16:creationId xmlns:a16="http://schemas.microsoft.com/office/drawing/2014/main" id="{75D4532C-FCA2-10E8-6668-E864C56C477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855978" y="5896986"/>
                          <a:ext cx="163076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e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400" dirty="0"/>
                        </a:p>
                      </p:txBody>
                    </p:sp>
                  </mc:Choice>
                  <mc:Fallback>
                    <p:sp>
                      <p:nvSpPr>
                        <p:cNvPr id="15" name="TextBox 14">
                          <a:extLst>
                            <a:ext uri="{FF2B5EF4-FFF2-40B4-BE49-F238E27FC236}">
                              <a16:creationId xmlns:a16="http://schemas.microsoft.com/office/drawing/2014/main" id="{75D4532C-FCA2-10E8-6668-E864C56C477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855978" y="5896986"/>
                          <a:ext cx="1630767" cy="307777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b="-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85" name="Group 84">
                      <a:extLst>
                        <a:ext uri="{FF2B5EF4-FFF2-40B4-BE49-F238E27FC236}">
                          <a16:creationId xmlns:a16="http://schemas.microsoft.com/office/drawing/2014/main" id="{DAF43546-18EC-2B01-37F8-D03E915FEE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33963" y="4639264"/>
                      <a:ext cx="7020988" cy="1585514"/>
                      <a:chOff x="3733963" y="4639264"/>
                      <a:chExt cx="7020988" cy="1585514"/>
                    </a:xfrm>
                  </p:grpSpPr>
                  <p:grpSp>
                    <p:nvGrpSpPr>
                      <p:cNvPr id="82" name="Group 81">
                        <a:extLst>
                          <a:ext uri="{FF2B5EF4-FFF2-40B4-BE49-F238E27FC236}">
                            <a16:creationId xmlns:a16="http://schemas.microsoft.com/office/drawing/2014/main" id="{138C34B5-C78D-D65A-1E75-4D27F99FC2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733963" y="4639264"/>
                        <a:ext cx="7020988" cy="1585514"/>
                        <a:chOff x="3748546" y="4639265"/>
                        <a:chExt cx="6888681" cy="1560672"/>
                      </a:xfrm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4FDFADC6-38FA-7855-FA0E-39DEF2C13BB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748546" y="4639265"/>
                          <a:ext cx="2298656" cy="1560672"/>
                          <a:chOff x="3748546" y="4632718"/>
                          <a:chExt cx="2298656" cy="1560672"/>
                        </a:xfrm>
                      </p:grpSpPr>
                      <p:cxnSp>
                        <p:nvCxnSpPr>
                          <p:cNvPr id="55" name="Straight Connector 54">
                            <a:extLst>
                              <a:ext uri="{FF2B5EF4-FFF2-40B4-BE49-F238E27FC236}">
                                <a16:creationId xmlns:a16="http://schemas.microsoft.com/office/drawing/2014/main" id="{FF0ACCEF-0168-5E21-A39C-97D0068F53BD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748546" y="4639265"/>
                            <a:ext cx="1148003" cy="155412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74" name="Straight Connector 73">
                            <a:extLst>
                              <a:ext uri="{FF2B5EF4-FFF2-40B4-BE49-F238E27FC236}">
                                <a16:creationId xmlns:a16="http://schemas.microsoft.com/office/drawing/2014/main" id="{9982A3BA-2717-BFD8-4FF0-DC7B9AE8CB0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4899199" y="4632718"/>
                            <a:ext cx="1148003" cy="155412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6" name="Group 75">
                          <a:extLst>
                            <a:ext uri="{FF2B5EF4-FFF2-40B4-BE49-F238E27FC236}">
                              <a16:creationId xmlns:a16="http://schemas.microsoft.com/office/drawing/2014/main" id="{3BA937A5-DA3E-A8D5-415A-FA8C609D31B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043558" y="4639265"/>
                          <a:ext cx="2298656" cy="1560672"/>
                          <a:chOff x="3748546" y="4632718"/>
                          <a:chExt cx="2298656" cy="1560672"/>
                        </a:xfrm>
                      </p:grpSpPr>
                      <p:cxnSp>
                        <p:nvCxnSpPr>
                          <p:cNvPr id="77" name="Straight Connector 76">
                            <a:extLst>
                              <a:ext uri="{FF2B5EF4-FFF2-40B4-BE49-F238E27FC236}">
                                <a16:creationId xmlns:a16="http://schemas.microsoft.com/office/drawing/2014/main" id="{862809C1-05EB-CA11-5D72-BBF507237F7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748546" y="4639265"/>
                            <a:ext cx="1148003" cy="155412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78" name="Straight Connector 77">
                            <a:extLst>
                              <a:ext uri="{FF2B5EF4-FFF2-40B4-BE49-F238E27FC236}">
                                <a16:creationId xmlns:a16="http://schemas.microsoft.com/office/drawing/2014/main" id="{EE303CC6-5507-50B0-4D05-5A3753BE910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4899199" y="4632718"/>
                            <a:ext cx="1148003" cy="155412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9" name="Group 78">
                          <a:extLst>
                            <a:ext uri="{FF2B5EF4-FFF2-40B4-BE49-F238E27FC236}">
                              <a16:creationId xmlns:a16="http://schemas.microsoft.com/office/drawing/2014/main" id="{AE1A4DE6-2565-3103-FB44-F51683079B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38571" y="4639265"/>
                          <a:ext cx="2298656" cy="1560672"/>
                          <a:chOff x="3748546" y="4632718"/>
                          <a:chExt cx="2298656" cy="1560672"/>
                        </a:xfrm>
                      </p:grpSpPr>
                      <p:cxnSp>
                        <p:nvCxnSpPr>
                          <p:cNvPr id="80" name="Straight Connector 79">
                            <a:extLst>
                              <a:ext uri="{FF2B5EF4-FFF2-40B4-BE49-F238E27FC236}">
                                <a16:creationId xmlns:a16="http://schemas.microsoft.com/office/drawing/2014/main" id="{C4EABF17-ACE2-4690-FD05-7E7D4D114E9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748546" y="4639265"/>
                            <a:ext cx="1148003" cy="155412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81" name="Straight Connector 80">
                            <a:extLst>
                              <a:ext uri="{FF2B5EF4-FFF2-40B4-BE49-F238E27FC236}">
                                <a16:creationId xmlns:a16="http://schemas.microsoft.com/office/drawing/2014/main" id="{6DB35F4C-0CE0-E56E-4ADC-804847DF775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4899199" y="4632718"/>
                            <a:ext cx="1148003" cy="1554125"/>
                          </a:xfrm>
                          <a:prstGeom prst="line">
                            <a:avLst/>
                          </a:prstGeom>
                          <a:ln>
                            <a:solidFill>
                              <a:srgbClr val="FFC000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50" name="Straight Connector 49">
                        <a:extLst>
                          <a:ext uri="{FF2B5EF4-FFF2-40B4-BE49-F238E27FC236}">
                            <a16:creationId xmlns:a16="http://schemas.microsoft.com/office/drawing/2014/main" id="{6B6619E3-2354-975B-9344-F7F5C84B36A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738479" y="6206158"/>
                        <a:ext cx="7011957" cy="0"/>
                      </a:xfrm>
                      <a:prstGeom prst="line">
                        <a:avLst/>
                      </a:prstGeom>
                      <a:ln w="38100"/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89" name="TextBox 88">
                          <a:extLst>
                            <a:ext uri="{FF2B5EF4-FFF2-40B4-BE49-F238E27FC236}">
                              <a16:creationId xmlns:a16="http://schemas.microsoft.com/office/drawing/2014/main" id="{DD46D3C8-9778-F2C9-5D29-E36BD693606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623800" y="5167288"/>
                          <a:ext cx="698396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p:txBody>
                    </p:sp>
                  </mc:Choice>
                  <mc:Fallback>
                    <p:sp>
                      <p:nvSpPr>
                        <p:cNvPr id="89" name="TextBox 88">
                          <a:extLst>
                            <a:ext uri="{FF2B5EF4-FFF2-40B4-BE49-F238E27FC236}">
                              <a16:creationId xmlns:a16="http://schemas.microsoft.com/office/drawing/2014/main" id="{DD46D3C8-9778-F2C9-5D29-E36BD693606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623800" y="5167288"/>
                          <a:ext cx="698396" cy="369332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 b="-1666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F43A50E3-7D77-CCF1-A3B7-5078224DC3BD}"/>
                    </a:ext>
                  </a:extLst>
                </p:cNvPr>
                <p:cNvGrpSpPr/>
                <p:nvPr/>
              </p:nvGrpSpPr>
              <p:grpSpPr>
                <a:xfrm>
                  <a:off x="648074" y="1182010"/>
                  <a:ext cx="10102362" cy="1875681"/>
                  <a:chOff x="648074" y="1182010"/>
                  <a:chExt cx="10102362" cy="1875681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BDC8FEFE-DB4D-BF80-C5C8-B8AB707A45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8074" y="1850065"/>
                        <a:ext cx="2949397" cy="53957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/2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m:oMathPara>
                        </a14:m>
                        <a:endParaRPr lang="en-US" sz="2400" dirty="0"/>
                      </a:p>
                    </p:txBody>
                  </p:sp>
                </mc:Choice>
                <mc:Fallback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BDC8FEFE-DB4D-BF80-C5C8-B8AB707A456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48074" y="1850065"/>
                        <a:ext cx="2949397" cy="53957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1136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13AC1872-8725-9201-3872-1E8DF7AF1DD9}"/>
                      </a:ext>
                    </a:extLst>
                  </p:cNvPr>
                  <p:cNvGrpSpPr/>
                  <p:nvPr/>
                </p:nvGrpSpPr>
                <p:grpSpPr>
                  <a:xfrm>
                    <a:off x="3738479" y="1182010"/>
                    <a:ext cx="7011957" cy="1875681"/>
                    <a:chOff x="3738479" y="1182010"/>
                    <a:chExt cx="7011957" cy="1875681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1C463CCA-CA3C-D9F5-7ECC-1BD42447B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38479" y="1182010"/>
                      <a:ext cx="7011957" cy="1574984"/>
                      <a:chOff x="3738479" y="1276139"/>
                      <a:chExt cx="7011957" cy="1574984"/>
                    </a:xfrm>
                  </p:grpSpPr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68AB313D-5741-F43A-3257-6FF441CB639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076318" y="2543346"/>
                            <a:ext cx="1626599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unc>
                                    <m:func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b="0" i="0" smtClean="0">
                                              <a:latin typeface="Cambria Math" panose="02040503050406030204" pitchFamily="18" charset="0"/>
                                            </a:rPr>
                                            <m:t>tan</m:t>
                                          </m:r>
                                        </m:e>
                                        <m:sup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func>
                                </m:oMath>
                              </m:oMathPara>
                            </a14:m>
                            <a:endParaRPr lang="en-US" sz="1400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68AB313D-5741-F43A-3257-6FF441CB639C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076318" y="2543346"/>
                            <a:ext cx="1626599" cy="307777"/>
                          </a:xfrm>
                          <a:prstGeom prst="rect">
                            <a:avLst/>
                          </a:prstGeom>
                          <a:blipFill>
                            <a:blip r:embed="rId9"/>
                            <a:stretch>
                              <a:fillRect b="-3846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83" name="Group 82">
                        <a:extLst>
                          <a:ext uri="{FF2B5EF4-FFF2-40B4-BE49-F238E27FC236}">
                            <a16:creationId xmlns:a16="http://schemas.microsoft.com/office/drawing/2014/main" id="{C424C7C2-D9FD-E62A-E3A3-344668950B9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738479" y="1276139"/>
                        <a:ext cx="7011957" cy="1565441"/>
                        <a:chOff x="3733963" y="1276139"/>
                        <a:chExt cx="7011957" cy="1565441"/>
                      </a:xfrm>
                    </p:grpSpPr>
                    <p:cxnSp>
                      <p:nvCxnSpPr>
                        <p:cNvPr id="29" name="Straight Connector 28">
                          <a:extLst>
                            <a:ext uri="{FF2B5EF4-FFF2-40B4-BE49-F238E27FC236}">
                              <a16:creationId xmlns:a16="http://schemas.microsoft.com/office/drawing/2014/main" id="{5B6942F5-F9E3-2DF3-4F5F-B7539E7BA65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733963" y="1276140"/>
                          <a:ext cx="3505978" cy="1555555"/>
                        </a:xfrm>
                        <a:prstGeom prst="line">
                          <a:avLst/>
                        </a:prstGeom>
                        <a:ln>
                          <a:solidFill>
                            <a:srgbClr val="82795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9" name="Straight Connector 38">
                          <a:extLst>
                            <a:ext uri="{FF2B5EF4-FFF2-40B4-BE49-F238E27FC236}">
                              <a16:creationId xmlns:a16="http://schemas.microsoft.com/office/drawing/2014/main" id="{FAAA247F-F88B-F3EC-4BF8-33C08F93963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7239941" y="1276140"/>
                          <a:ext cx="0" cy="155555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7" name="Straight Connector 66">
                          <a:extLst>
                            <a:ext uri="{FF2B5EF4-FFF2-40B4-BE49-F238E27FC236}">
                              <a16:creationId xmlns:a16="http://schemas.microsoft.com/office/drawing/2014/main" id="{D21FD2CC-B1C1-AE1E-D5F7-E765BB77244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7239941" y="1276139"/>
                          <a:ext cx="3505979" cy="1565441"/>
                        </a:xfrm>
                        <a:prstGeom prst="line">
                          <a:avLst/>
                        </a:prstGeom>
                        <a:ln>
                          <a:solidFill>
                            <a:srgbClr val="827957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" name="Straight Connector 23">
                          <a:extLst>
                            <a:ext uri="{FF2B5EF4-FFF2-40B4-BE49-F238E27FC236}">
                              <a16:creationId xmlns:a16="http://schemas.microsoft.com/office/drawing/2014/main" id="{01793E51-DAD1-7229-66FC-50F23717FA2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733963" y="2839299"/>
                          <a:ext cx="7011957" cy="0"/>
                        </a:xfrm>
                        <a:prstGeom prst="line">
                          <a:avLst/>
                        </a:prstGeom>
                        <a:ln w="38100"/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7" name="TextBox 86">
                            <a:extLst>
                              <a:ext uri="{FF2B5EF4-FFF2-40B4-BE49-F238E27FC236}">
                                <a16:creationId xmlns:a16="http://schemas.microsoft.com/office/drawing/2014/main" id="{AAB0DB93-D6CB-3E51-4F2D-66233E1C74A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023142" y="1666821"/>
                            <a:ext cx="693075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oMath>
                              </m:oMathPara>
                            </a14:m>
                            <a:endParaRPr lang="en-US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87" name="TextBox 86">
                            <a:extLst>
                              <a:ext uri="{FF2B5EF4-FFF2-40B4-BE49-F238E27FC236}">
                                <a16:creationId xmlns:a16="http://schemas.microsoft.com/office/drawing/2014/main" id="{AAB0DB93-D6CB-3E51-4F2D-66233E1C74A5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023142" y="1666821"/>
                            <a:ext cx="693075" cy="369332"/>
                          </a:xfrm>
                          <a:prstGeom prst="rect">
                            <a:avLst/>
                          </a:prstGeom>
                          <a:blipFill>
                            <a:blip r:embed="rId10"/>
                            <a:stretch>
                              <a:fillRect b="-16667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93" name="TextBox 92">
                          <a:extLst>
                            <a:ext uri="{FF2B5EF4-FFF2-40B4-BE49-F238E27FC236}">
                              <a16:creationId xmlns:a16="http://schemas.microsoft.com/office/drawing/2014/main" id="{C75DF6F2-C95E-3D13-95D0-DC26116425D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143853" y="2780692"/>
                          <a:ext cx="201209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p:txBody>
                    </p:sp>
                  </mc:Choice>
                  <mc:Fallback>
                    <p:sp>
                      <p:nvSpPr>
                        <p:cNvPr id="93" name="TextBox 92">
                          <a:extLst>
                            <a:ext uri="{FF2B5EF4-FFF2-40B4-BE49-F238E27FC236}">
                              <a16:creationId xmlns:a16="http://schemas.microsoft.com/office/drawing/2014/main" id="{C75DF6F2-C95E-3D13-95D0-DC26116425D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143853" y="2780692"/>
                          <a:ext cx="201209" cy="276999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l="-29412" r="-23529" b="-4348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94" name="TextBox 93">
                          <a:extLst>
                            <a:ext uri="{FF2B5EF4-FFF2-40B4-BE49-F238E27FC236}">
                              <a16:creationId xmlns:a16="http://schemas.microsoft.com/office/drawing/2014/main" id="{0B53596B-8D02-9E3D-BD07-F985986ECA2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046036" y="1871960"/>
                          <a:ext cx="178703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p:txBody>
                    </p:sp>
                  </mc:Choice>
                  <mc:Fallback>
                    <p:sp>
                      <p:nvSpPr>
                        <p:cNvPr id="94" name="TextBox 93">
                          <a:extLst>
                            <a:ext uri="{FF2B5EF4-FFF2-40B4-BE49-F238E27FC236}">
                              <a16:creationId xmlns:a16="http://schemas.microsoft.com/office/drawing/2014/main" id="{0B53596B-8D02-9E3D-BD07-F985986ECA2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046036" y="1871960"/>
                          <a:ext cx="178703" cy="276999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42857" r="-35714" b="-4348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D2D51638-ED57-81C1-6405-D3446206BD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3328" y="2598541"/>
                      <a:ext cx="136220" cy="136220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8266892E-0045-DC69-712B-59C4061703FD}"/>
                  </a:ext>
                </a:extLst>
              </p:cNvPr>
              <p:cNvGrpSpPr/>
              <p:nvPr/>
            </p:nvGrpSpPr>
            <p:grpSpPr>
              <a:xfrm>
                <a:off x="1526026" y="7266686"/>
                <a:ext cx="9127958" cy="9219775"/>
                <a:chOff x="1526026" y="6872247"/>
                <a:chExt cx="9127958" cy="9219775"/>
              </a:xfrm>
            </p:grpSpPr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3B4F2B80-FC89-F499-9499-3AFE27DCC652}"/>
                    </a:ext>
                  </a:extLst>
                </p:cNvPr>
                <p:cNvGrpSpPr/>
                <p:nvPr/>
              </p:nvGrpSpPr>
              <p:grpSpPr>
                <a:xfrm>
                  <a:off x="1526026" y="6872247"/>
                  <a:ext cx="9127958" cy="9219775"/>
                  <a:chOff x="1526026" y="6872247"/>
                  <a:chExt cx="9127958" cy="9219775"/>
                </a:xfrm>
              </p:grpSpPr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05366264-08A4-4659-8DFD-3138FD62986A}"/>
                      </a:ext>
                    </a:extLst>
                  </p:cNvPr>
                  <p:cNvGrpSpPr/>
                  <p:nvPr/>
                </p:nvGrpSpPr>
                <p:grpSpPr>
                  <a:xfrm>
                    <a:off x="1526026" y="6872247"/>
                    <a:ext cx="9127958" cy="9219774"/>
                    <a:chOff x="1526026" y="128550"/>
                    <a:chExt cx="9127958" cy="9219774"/>
                  </a:xfrm>
                </p:grpSpPr>
                <p:grpSp>
                  <p:nvGrpSpPr>
                    <p:cNvPr id="62" name="Group 61">
                      <a:extLst>
                        <a:ext uri="{FF2B5EF4-FFF2-40B4-BE49-F238E27FC236}">
                          <a16:creationId xmlns:a16="http://schemas.microsoft.com/office/drawing/2014/main" id="{C1180E7B-CB44-BC88-448A-03F402A40C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6026" y="128550"/>
                      <a:ext cx="9127958" cy="9219774"/>
                      <a:chOff x="1526026" y="128550"/>
                      <a:chExt cx="9127958" cy="9219774"/>
                    </a:xfrm>
                  </p:grpSpPr>
                  <p:grpSp>
                    <p:nvGrpSpPr>
                      <p:cNvPr id="56" name="Group 55">
                        <a:extLst>
                          <a:ext uri="{FF2B5EF4-FFF2-40B4-BE49-F238E27FC236}">
                            <a16:creationId xmlns:a16="http://schemas.microsoft.com/office/drawing/2014/main" id="{B62486BE-6288-436D-81E2-B9BE90C25D9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6026" y="128550"/>
                        <a:ext cx="9127958" cy="9219774"/>
                        <a:chOff x="1526026" y="128550"/>
                        <a:chExt cx="9127958" cy="9219774"/>
                      </a:xfrm>
                    </p:grpSpPr>
                    <p:sp>
                      <p:nvSpPr>
                        <p:cNvPr id="5" name="Oval 4">
                          <a:extLst>
                            <a:ext uri="{FF2B5EF4-FFF2-40B4-BE49-F238E27FC236}">
                              <a16:creationId xmlns:a16="http://schemas.microsoft.com/office/drawing/2014/main" id="{10F87D23-BDD9-CF02-A158-8A323197DDA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26026" y="638463"/>
                          <a:ext cx="9127958" cy="8709861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E9D4170A-7D2A-55ED-C467-257E3D3F9A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66313" y="1919132"/>
                          <a:ext cx="5859379" cy="5935579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10" name="Straight Connector 9">
                          <a:extLst>
                            <a:ext uri="{FF2B5EF4-FFF2-40B4-BE49-F238E27FC236}">
                              <a16:creationId xmlns:a16="http://schemas.microsoft.com/office/drawing/2014/main" id="{00F1BA26-F9B0-8005-303D-DE18D8DE1C7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096002" y="1919132"/>
                          <a:ext cx="0" cy="863347"/>
                        </a:xfrm>
                        <a:prstGeom prst="line">
                          <a:avLst/>
                        </a:prstGeom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" name="Straight Connector 11">
                          <a:extLst>
                            <a:ext uri="{FF2B5EF4-FFF2-40B4-BE49-F238E27FC236}">
                              <a16:creationId xmlns:a16="http://schemas.microsoft.com/office/drawing/2014/main" id="{C71D3919-665E-6E07-CCAD-E6C9E9C86712}"/>
                            </a:ext>
                          </a:extLst>
                        </p:cNvPr>
                        <p:cNvCxnSpPr>
                          <a:cxnSpLocks/>
                          <a:stCxn id="6" idx="1"/>
                          <a:endCxn id="5" idx="0"/>
                        </p:cNvCxnSpPr>
                        <p:nvPr/>
                      </p:nvCxnSpPr>
                      <p:spPr>
                        <a:xfrm flipV="1">
                          <a:off x="4024399" y="638463"/>
                          <a:ext cx="2065606" cy="2149914"/>
                        </a:xfrm>
                        <a:prstGeom prst="line">
                          <a:avLst/>
                        </a:prstGeom>
                      </p:spPr>
                      <p:style>
                        <a:lnRef idx="2">
                          <a:schemeClr val="accent2"/>
                        </a:lnRef>
                        <a:fillRef idx="0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6" name="Straight Connector 15">
                          <a:extLst>
                            <a:ext uri="{FF2B5EF4-FFF2-40B4-BE49-F238E27FC236}">
                              <a16:creationId xmlns:a16="http://schemas.microsoft.com/office/drawing/2014/main" id="{FF9B69F7-003F-9C6A-29A6-43B8A2BF539A}"/>
                            </a:ext>
                          </a:extLst>
                        </p:cNvPr>
                        <p:cNvCxnSpPr>
                          <a:cxnSpLocks/>
                          <a:stCxn id="5" idx="0"/>
                          <a:endCxn id="6" idx="0"/>
                        </p:cNvCxnSpPr>
                        <p:nvPr/>
                      </p:nvCxnSpPr>
                      <p:spPr>
                        <a:xfrm>
                          <a:off x="6090005" y="638463"/>
                          <a:ext cx="5998" cy="1280669"/>
                        </a:xfrm>
                        <a:prstGeom prst="line">
                          <a:avLst/>
                        </a:prstGeom>
                      </p:spPr>
                      <p:style>
                        <a:lnRef idx="3">
                          <a:schemeClr val="accent6"/>
                        </a:lnRef>
                        <a:fillRef idx="0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" name="Straight Connector 18">
                          <a:extLst>
                            <a:ext uri="{FF2B5EF4-FFF2-40B4-BE49-F238E27FC236}">
                              <a16:creationId xmlns:a16="http://schemas.microsoft.com/office/drawing/2014/main" id="{602FABCA-A0FA-09D4-341D-854F5CC56409}"/>
                            </a:ext>
                          </a:extLst>
                        </p:cNvPr>
                        <p:cNvCxnSpPr>
                          <a:cxnSpLocks/>
                          <a:stCxn id="45" idx="2"/>
                          <a:endCxn id="6" idx="7"/>
                        </p:cNvCxnSpPr>
                        <p:nvPr/>
                      </p:nvCxnSpPr>
                      <p:spPr>
                        <a:xfrm>
                          <a:off x="6105095" y="651770"/>
                          <a:ext cx="2062511" cy="2136607"/>
                        </a:xfrm>
                        <a:prstGeom prst="line">
                          <a:avLst/>
                        </a:prstGeom>
                      </p:spPr>
                      <p:style>
                        <a:lnRef idx="2">
                          <a:schemeClr val="accent2"/>
                        </a:lnRef>
                        <a:fillRef idx="0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2" name="Straight Connector 21">
                          <a:extLst>
                            <a:ext uri="{FF2B5EF4-FFF2-40B4-BE49-F238E27FC236}">
                              <a16:creationId xmlns:a16="http://schemas.microsoft.com/office/drawing/2014/main" id="{D6CFBFB5-A4BD-AE9F-18F3-8042C7DC138B}"/>
                            </a:ext>
                          </a:extLst>
                        </p:cNvPr>
                        <p:cNvCxnSpPr>
                          <a:cxnSpLocks/>
                          <a:stCxn id="6" idx="1"/>
                        </p:cNvCxnSpPr>
                        <p:nvPr/>
                      </p:nvCxnSpPr>
                      <p:spPr>
                        <a:xfrm>
                          <a:off x="4024399" y="2788377"/>
                          <a:ext cx="2065606" cy="2158700"/>
                        </a:xfrm>
                        <a:prstGeom prst="line">
                          <a:avLst/>
                        </a:prstGeom>
                      </p:spPr>
                      <p:style>
                        <a:lnRef idx="3">
                          <a:schemeClr val="accent4"/>
                        </a:lnRef>
                        <a:fillRef idx="0">
                          <a:schemeClr val="accent4"/>
                        </a:fillRef>
                        <a:effectRef idx="2">
                          <a:schemeClr val="accent4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Straight Connector 24">
                          <a:extLst>
                            <a:ext uri="{FF2B5EF4-FFF2-40B4-BE49-F238E27FC236}">
                              <a16:creationId xmlns:a16="http://schemas.microsoft.com/office/drawing/2014/main" id="{635EF110-CBBC-3A39-6607-03F93FE8234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096001" y="2782479"/>
                          <a:ext cx="0" cy="2164598"/>
                        </a:xfrm>
                        <a:prstGeom prst="line">
                          <a:avLst/>
                        </a:prstGeom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0" name="Straight Connector 29">
                          <a:extLst>
                            <a:ext uri="{FF2B5EF4-FFF2-40B4-BE49-F238E27FC236}">
                              <a16:creationId xmlns:a16="http://schemas.microsoft.com/office/drawing/2014/main" id="{F96B1DE9-E529-2A2E-33A1-AB4C16BB4701}"/>
                            </a:ext>
                          </a:extLst>
                        </p:cNvPr>
                        <p:cNvCxnSpPr>
                          <a:cxnSpLocks/>
                          <a:endCxn id="6" idx="7"/>
                        </p:cNvCxnSpPr>
                        <p:nvPr/>
                      </p:nvCxnSpPr>
                      <p:spPr>
                        <a:xfrm flipV="1">
                          <a:off x="6090005" y="2788377"/>
                          <a:ext cx="2077601" cy="2158700"/>
                        </a:xfrm>
                        <a:prstGeom prst="line">
                          <a:avLst/>
                        </a:prstGeom>
                      </p:spPr>
                      <p:style>
                        <a:lnRef idx="3">
                          <a:schemeClr val="accent4"/>
                        </a:lnRef>
                        <a:fillRef idx="0">
                          <a:schemeClr val="accent4"/>
                        </a:fillRef>
                        <a:effectRef idx="2">
                          <a:schemeClr val="accent4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5" name="TextBox 34">
                          <a:extLst>
                            <a:ext uri="{FF2B5EF4-FFF2-40B4-BE49-F238E27FC236}">
                              <a16:creationId xmlns:a16="http://schemas.microsoft.com/office/drawing/2014/main" id="{A821F186-5554-5C9B-27FA-22285F3E967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680952" y="2380341"/>
                          <a:ext cx="68688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dirty="0"/>
                            <a:t>A</a:t>
                          </a:r>
                        </a:p>
                      </p:txBody>
                    </p:sp>
                    <p:sp>
                      <p:nvSpPr>
                        <p:cNvPr id="36" name="TextBox 35">
                          <a:extLst>
                            <a:ext uri="{FF2B5EF4-FFF2-40B4-BE49-F238E27FC236}">
                              <a16:creationId xmlns:a16="http://schemas.microsoft.com/office/drawing/2014/main" id="{8DBA6276-CD72-98B6-A6AD-C2F1AEB9E38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167603" y="2380341"/>
                          <a:ext cx="68688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dirty="0"/>
                            <a:t>B</a:t>
                          </a:r>
                        </a:p>
                      </p:txBody>
                    </p:sp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5DDF1CA7-85D3-85F6-C571-55FEA29CEAC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56346" y="3396388"/>
                          <a:ext cx="686888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400" b="1" i="1" dirty="0"/>
                            <a:t>r</a:t>
                          </a:r>
                          <a:r>
                            <a:rPr lang="en-US" sz="2400" b="1" dirty="0"/>
                            <a:t> - </a:t>
                          </a:r>
                          <a:r>
                            <a:rPr lang="en-US" sz="2400" b="1" i="1" dirty="0"/>
                            <a:t>y</a:t>
                          </a:r>
                        </a:p>
                      </p:txBody>
                    </p:sp>
                    <p:sp>
                      <p:nvSpPr>
                        <p:cNvPr id="42" name="TextBox 41">
                          <a:extLst>
                            <a:ext uri="{FF2B5EF4-FFF2-40B4-BE49-F238E27FC236}">
                              <a16:creationId xmlns:a16="http://schemas.microsoft.com/office/drawing/2014/main" id="{48C389C6-E732-818A-9F5E-57DD897FE07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99125" y="3777021"/>
                          <a:ext cx="68688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i="1" dirty="0"/>
                            <a:t>r</a:t>
                          </a:r>
                        </a:p>
                      </p:txBody>
                    </p:sp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27F3C00B-D3C2-180E-E955-9EB09DA661E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56346" y="1138682"/>
                          <a:ext cx="68688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i="1" dirty="0"/>
                            <a:t>h</a:t>
                          </a:r>
                        </a:p>
                      </p:txBody>
                    </p:sp>
                    <p:sp>
                      <p:nvSpPr>
                        <p:cNvPr id="44" name="TextBox 43">
                          <a:extLst>
                            <a:ext uri="{FF2B5EF4-FFF2-40B4-BE49-F238E27FC236}">
                              <a16:creationId xmlns:a16="http://schemas.microsoft.com/office/drawing/2014/main" id="{8C9D9B77-C050-D728-DFF6-88AC4EE124C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56346" y="2035994"/>
                          <a:ext cx="340495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i="1" dirty="0"/>
                            <a:t>y</a:t>
                          </a:r>
                        </a:p>
                      </p:txBody>
                    </p:sp>
                    <p:sp>
                      <p:nvSpPr>
                        <p:cNvPr id="45" name="TextBox 44">
                          <a:extLst>
                            <a:ext uri="{FF2B5EF4-FFF2-40B4-BE49-F238E27FC236}">
                              <a16:creationId xmlns:a16="http://schemas.microsoft.com/office/drawing/2014/main" id="{B9CA8D83-085B-A3AB-369C-B2D6365BF65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761651" y="128550"/>
                          <a:ext cx="68688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2800" b="1" dirty="0"/>
                            <a:t>H</a:t>
                          </a:r>
                        </a:p>
                      </p:txBody>
                    </p:sp>
                    <p:sp>
                      <p:nvSpPr>
                        <p:cNvPr id="51" name="TextBox 50">
                          <a:extLst>
                            <a:ext uri="{FF2B5EF4-FFF2-40B4-BE49-F238E27FC236}">
                              <a16:creationId xmlns:a16="http://schemas.microsoft.com/office/drawing/2014/main" id="{D000349D-825C-BA94-3FB8-8931512F961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8849752">
                          <a:off x="6469853" y="3697557"/>
                          <a:ext cx="1766195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sz="2000" b="1" i="1" dirty="0"/>
                            <a:t>r</a:t>
                          </a:r>
                          <a:r>
                            <a:rPr lang="en-US" sz="2000" b="1" dirty="0"/>
                            <a:t> = 6378 km </a:t>
                          </a:r>
                          <a:endParaRPr lang="en-US" sz="1400" dirty="0"/>
                        </a:p>
                      </p:txBody>
                    </p:sp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4060AC07-C75D-BB4C-DE59-2C5DCF56053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8923503">
                          <a:off x="4391339" y="1352063"/>
                          <a:ext cx="993005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dirty="0"/>
                            <a:t> </a:t>
                          </a:r>
                          <a:r>
                            <a:rPr lang="en-US" sz="2800" b="1" i="1" dirty="0"/>
                            <a:t>P</a:t>
                          </a:r>
                          <a:r>
                            <a:rPr lang="en-US" sz="1600" b="1" i="1" dirty="0"/>
                            <a:t>1</a:t>
                          </a:r>
                          <a:r>
                            <a:rPr lang="en-US" sz="2800" b="1" i="1" dirty="0"/>
                            <a:t>/2</a:t>
                          </a:r>
                          <a:endParaRPr lang="en-US" sz="2800" b="1" dirty="0"/>
                        </a:p>
                      </p:txBody>
                    </p:sp>
                    <p:sp>
                      <p:nvSpPr>
                        <p:cNvPr id="53" name="TextBox 52">
                          <a:extLst>
                            <a:ext uri="{FF2B5EF4-FFF2-40B4-BE49-F238E27FC236}">
                              <a16:creationId xmlns:a16="http://schemas.microsoft.com/office/drawing/2014/main" id="{319BB4E2-7C5D-670D-57A9-9D88EACB0D7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2851870">
                          <a:off x="6253114" y="1286222"/>
                          <a:ext cx="2019141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2800" b="1" dirty="0"/>
                            <a:t> </a:t>
                          </a:r>
                          <a:r>
                            <a:rPr lang="en-US" sz="2800" b="1" i="1" dirty="0"/>
                            <a:t>P</a:t>
                          </a:r>
                          <a:r>
                            <a:rPr lang="en-US" sz="1600" b="1" i="1" dirty="0"/>
                            <a:t>1</a:t>
                          </a:r>
                          <a:r>
                            <a:rPr lang="en-US" sz="2800" b="1" i="1" dirty="0"/>
                            <a:t>/2</a:t>
                          </a:r>
                          <a:endParaRPr lang="en-US" sz="2800" b="1" dirty="0"/>
                        </a:p>
                      </p:txBody>
                    </p:sp>
                    <p:sp>
                      <p:nvSpPr>
                        <p:cNvPr id="70" name="TextBox 69">
                          <a:extLst>
                            <a:ext uri="{FF2B5EF4-FFF2-40B4-BE49-F238E27FC236}">
                              <a16:creationId xmlns:a16="http://schemas.microsoft.com/office/drawing/2014/main" id="{E17B683D-9976-5A4D-6EDA-B4FCA71F075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547128" y="1627881"/>
                          <a:ext cx="70486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r>
                            <a:rPr lang="en-US" b="1" dirty="0">
                              <a:solidFill>
                                <a:schemeClr val="accent1"/>
                              </a:solidFill>
                            </a:rPr>
                            <a:t>D</a:t>
                          </a:r>
                        </a:p>
                      </p:txBody>
                    </p:sp>
                    <p:sp>
                      <p:nvSpPr>
                        <p:cNvPr id="3" name="TextBox 2">
                          <a:extLst>
                            <a:ext uri="{FF2B5EF4-FFF2-40B4-BE49-F238E27FC236}">
                              <a16:creationId xmlns:a16="http://schemas.microsoft.com/office/drawing/2014/main" id="{2BE7EDD6-07EA-7356-C3FD-7D354FB8EB2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56346" y="2696617"/>
                          <a:ext cx="686888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2800" b="1" i="1" dirty="0"/>
                            <a:t>m</a:t>
                          </a:r>
                        </a:p>
                      </p:txBody>
                    </p:sp>
                    <p:sp>
                      <p:nvSpPr>
                        <p:cNvPr id="21" name="TextBox 20">
                          <a:extLst>
                            <a:ext uri="{FF2B5EF4-FFF2-40B4-BE49-F238E27FC236}">
                              <a16:creationId xmlns:a16="http://schemas.microsoft.com/office/drawing/2014/main" id="{BD982532-DFAD-6756-7C89-26A62D98101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023142" y="2185162"/>
                          <a:ext cx="686888" cy="70788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r>
                            <a:rPr lang="en-US" sz="4000" dirty="0">
                              <a:latin typeface="Brush Script MT"/>
                            </a:rPr>
                            <a:t>l</a:t>
                          </a:r>
                          <a:r>
                            <a:rPr lang="en-US" sz="2800" b="1" dirty="0"/>
                            <a:t>/2</a:t>
                          </a:r>
                        </a:p>
                      </p:txBody>
                    </p:sp>
                    <p:sp>
                      <p:nvSpPr>
                        <p:cNvPr id="26" name="TextBox 25">
                          <a:extLst>
                            <a:ext uri="{FF2B5EF4-FFF2-40B4-BE49-F238E27FC236}">
                              <a16:creationId xmlns:a16="http://schemas.microsoft.com/office/drawing/2014/main" id="{6F0DEF22-1182-1AC7-013A-D88404C3DF6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67457" y="2185161"/>
                          <a:ext cx="686888" cy="70788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r>
                            <a:rPr lang="en-US" sz="4000" dirty="0">
                              <a:latin typeface="Brush Script MT"/>
                            </a:rPr>
                            <a:t>l</a:t>
                          </a:r>
                          <a:r>
                            <a:rPr lang="en-US" sz="2800" b="1" dirty="0"/>
                            <a:t>/2</a:t>
                          </a:r>
                        </a:p>
                      </p:txBody>
                    </p:sp>
                    <p:sp>
                      <p:nvSpPr>
                        <p:cNvPr id="33" name="TextBox 32">
                          <a:extLst>
                            <a:ext uri="{FF2B5EF4-FFF2-40B4-BE49-F238E27FC236}">
                              <a16:creationId xmlns:a16="http://schemas.microsoft.com/office/drawing/2014/main" id="{A94AEFBE-0B4B-C414-CC9C-244E0282E93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8781490">
                          <a:off x="1886720" y="1620495"/>
                          <a:ext cx="1702888" cy="83099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sz="2400" b="1" dirty="0"/>
                            <a:t>Virtual Layer</a:t>
                          </a:r>
                        </a:p>
                      </p:txBody>
                    </p:sp>
                    <p:sp>
                      <p:nvSpPr>
                        <p:cNvPr id="34" name="TextBox 33">
                          <a:extLst>
                            <a:ext uri="{FF2B5EF4-FFF2-40B4-BE49-F238E27FC236}">
                              <a16:creationId xmlns:a16="http://schemas.microsoft.com/office/drawing/2014/main" id="{BD569F64-6D16-6706-07B2-DE951970E9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rot="17451959">
                          <a:off x="2495020" y="3410347"/>
                          <a:ext cx="1702888" cy="83099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sz="2400" b="1" dirty="0"/>
                            <a:t>Surface of Earth</a:t>
                          </a:r>
                        </a:p>
                      </p:txBody>
                    </p:sp>
                    <p:sp>
                      <p:nvSpPr>
                        <p:cNvPr id="32" name="Rectangle 31">
                          <a:extLst>
                            <a:ext uri="{FF2B5EF4-FFF2-40B4-BE49-F238E27FC236}">
                              <a16:creationId xmlns:a16="http://schemas.microsoft.com/office/drawing/2014/main" id="{9AF3AC4E-1E91-085F-14E4-BFE2B70D89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99911" y="2593457"/>
                          <a:ext cx="194919" cy="19491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cxnSp>
                      <p:nvCxnSpPr>
                        <p:cNvPr id="8" name="Straight Connector 7">
                          <a:extLst>
                            <a:ext uri="{FF2B5EF4-FFF2-40B4-BE49-F238E27FC236}">
                              <a16:creationId xmlns:a16="http://schemas.microsoft.com/office/drawing/2014/main" id="{CB772267-2853-83AC-029F-07F705E75980}"/>
                            </a:ext>
                          </a:extLst>
                        </p:cNvPr>
                        <p:cNvCxnSpPr>
                          <a:cxnSpLocks/>
                          <a:stCxn id="6" idx="1"/>
                          <a:endCxn id="6" idx="7"/>
                        </p:cNvCxnSpPr>
                        <p:nvPr/>
                      </p:nvCxnSpPr>
                      <p:spPr>
                        <a:xfrm>
                          <a:off x="4024399" y="2788377"/>
                          <a:ext cx="4143207" cy="0"/>
                        </a:xfrm>
                        <a:prstGeom prst="line">
                          <a:avLst/>
                        </a:prstGeom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57" name="Group 56">
                        <a:extLst>
                          <a:ext uri="{FF2B5EF4-FFF2-40B4-BE49-F238E27FC236}">
                            <a16:creationId xmlns:a16="http://schemas.microsoft.com/office/drawing/2014/main" id="{518439A2-9066-EFFF-BF9A-77540B425A4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57910" y="4028746"/>
                        <a:ext cx="1276180" cy="471550"/>
                        <a:chOff x="5451338" y="4003346"/>
                        <a:chExt cx="1276180" cy="471550"/>
                      </a:xfrm>
                    </p:grpSpPr>
                    <p:sp>
                      <p:nvSpPr>
                        <p:cNvPr id="28" name="TextBox 27">
                          <a:extLst>
                            <a:ext uri="{FF2B5EF4-FFF2-40B4-BE49-F238E27FC236}">
                              <a16:creationId xmlns:a16="http://schemas.microsoft.com/office/drawing/2014/main" id="{AFBC8627-9487-E38C-BE84-ADFD32E191C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51338" y="4003346"/>
                          <a:ext cx="686888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sz="2400" b="1" i="1" dirty="0"/>
                            <a:t>θ</a:t>
                          </a:r>
                          <a:r>
                            <a:rPr lang="en-US" sz="2400" b="1" dirty="0"/>
                            <a:t>/2</a:t>
                          </a:r>
                        </a:p>
                      </p:txBody>
                    </p:sp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6B5F54D9-1990-8E81-CFB9-3EC581F8DF5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040630" y="4013231"/>
                          <a:ext cx="686888" cy="46166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91440" tIns="45720" rIns="91440" bIns="45720" rtlCol="0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sz="2400" b="1" i="1" dirty="0"/>
                            <a:t>θ</a:t>
                          </a:r>
                          <a:r>
                            <a:rPr lang="en-US" sz="2400" b="1" dirty="0"/>
                            <a:t>/2</a:t>
                          </a:r>
                        </a:p>
                      </p:txBody>
                    </p:sp>
                  </p:grpSp>
                </p:grpSp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F7BAD3D1-8A17-269F-058A-D53431E767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69486" y="3919608"/>
                      <a:ext cx="1264474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b="1" dirty="0"/>
                        <a:t>NOT DRAWN TO SCALE</a:t>
                      </a:r>
                    </a:p>
                  </p:txBody>
                </p:sp>
              </p:grpSp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AD5303EB-C7D9-303A-4D5A-67E5019ADF12}"/>
                      </a:ext>
                    </a:extLst>
                  </p:cNvPr>
                  <p:cNvSpPr/>
                  <p:nvPr/>
                </p:nvSpPr>
                <p:spPr>
                  <a:xfrm>
                    <a:off x="1526026" y="11744824"/>
                    <a:ext cx="9127955" cy="434719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423FB5A-0019-9A73-5CA6-7DB06C31EB11}"/>
                    </a:ext>
                  </a:extLst>
                </p:cNvPr>
                <p:cNvSpPr txBox="1"/>
                <p:nvPr/>
              </p:nvSpPr>
              <p:spPr>
                <a:xfrm>
                  <a:off x="5761651" y="11660848"/>
                  <a:ext cx="6868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b="1" dirty="0"/>
                    <a:t>O</a:t>
                  </a:r>
                </a:p>
              </p:txBody>
            </p: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F3BEC29-815F-1BE3-4B3D-8CB5F033E84B}"/>
                  </a:ext>
                </a:extLst>
              </p:cNvPr>
              <p:cNvSpPr txBox="1"/>
              <p:nvPr/>
            </p:nvSpPr>
            <p:spPr>
              <a:xfrm>
                <a:off x="2080095" y="331685"/>
                <a:ext cx="80198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/>
                  <a:t>Idealized Geometry for 1, 2, and 3 Hop Paths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E3F64CAB-0AE9-179C-1D7F-B9B555F0020C}"/>
                  </a:ext>
                </a:extLst>
              </p:cNvPr>
              <p:cNvSpPr txBox="1"/>
              <p:nvPr/>
            </p:nvSpPr>
            <p:spPr>
              <a:xfrm>
                <a:off x="790945" y="331685"/>
                <a:ext cx="5925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(a)</a:t>
                </a:r>
              </a:p>
            </p:txBody>
          </p: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DFF317C6-D383-891D-EB62-99EB1499E3AB}"/>
                  </a:ext>
                </a:extLst>
              </p:cNvPr>
              <p:cNvGrpSpPr/>
              <p:nvPr/>
            </p:nvGrpSpPr>
            <p:grpSpPr>
              <a:xfrm>
                <a:off x="784116" y="6791842"/>
                <a:ext cx="9315799" cy="523220"/>
                <a:chOff x="784116" y="6648410"/>
                <a:chExt cx="9315799" cy="523220"/>
              </a:xfrm>
            </p:grpSpPr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44500EC-CC1D-BC70-D8D6-FCAE9060EACD}"/>
                    </a:ext>
                  </a:extLst>
                </p:cNvPr>
                <p:cNvSpPr txBox="1"/>
                <p:nvPr/>
              </p:nvSpPr>
              <p:spPr>
                <a:xfrm>
                  <a:off x="2080095" y="6648410"/>
                  <a:ext cx="801982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800" b="1" dirty="0"/>
                    <a:t>Geometry for Spherical Virtual Height Model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2333A08-32D6-4283-3740-A9B668B351E8}"/>
                    </a:ext>
                  </a:extLst>
                </p:cNvPr>
                <p:cNvSpPr txBox="1"/>
                <p:nvPr/>
              </p:nvSpPr>
              <p:spPr>
                <a:xfrm>
                  <a:off x="784116" y="6648410"/>
                  <a:ext cx="60625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/>
                    <a:t>(b)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59469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5be3ea-f6eb-4a72-9008-90425d783a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656FF1973BF4AABC52A633413266E" ma:contentTypeVersion="17" ma:contentTypeDescription="Create a new document." ma:contentTypeScope="" ma:versionID="295a3b0859d833fe12632e72b9cb4356">
  <xsd:schema xmlns:xsd="http://www.w3.org/2001/XMLSchema" xmlns:xs="http://www.w3.org/2001/XMLSchema" xmlns:p="http://schemas.microsoft.com/office/2006/metadata/properties" xmlns:ns3="4f5be3ea-f6eb-4a72-9008-90425d783a61" xmlns:ns4="c1edb696-be16-4019-adbd-8b38c457e3d6" targetNamespace="http://schemas.microsoft.com/office/2006/metadata/properties" ma:root="true" ma:fieldsID="49142aedce57f52af29220e1439dcd66" ns3:_="" ns4:_="">
    <xsd:import namespace="4f5be3ea-f6eb-4a72-9008-90425d783a61"/>
    <xsd:import namespace="c1edb696-be16-4019-adbd-8b38c457e3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5be3ea-f6eb-4a72-9008-90425d783a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db696-be16-4019-adbd-8b38c457e3d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D5C062-7A53-4761-8B3E-462BE0958587}">
  <ds:schemaRefs>
    <ds:schemaRef ds:uri="http://schemas.openxmlformats.org/package/2006/metadata/core-properties"/>
    <ds:schemaRef ds:uri="http://purl.org/dc/elements/1.1/"/>
    <ds:schemaRef ds:uri="c1edb696-be16-4019-adbd-8b38c457e3d6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4f5be3ea-f6eb-4a72-9008-90425d783a61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17B63CD-3269-4FFC-B71C-D439869634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6F2D69-2C5E-4932-97CC-4A3751DEEF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5be3ea-f6eb-4a72-9008-90425d783a61"/>
    <ds:schemaRef ds:uri="c1edb696-be16-4019-adbd-8b38c457e3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8edc49a-41f1-4c69-9768-a7f6d7c3b8c3}" enabled="0" method="" siteId="{a8edc49a-41f1-4c69-9768-a7f6d7c3b8c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96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Brush Script MT</vt:lpstr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Alexandros S. Papadopoulos</dc:creator>
  <cp:lastModifiedBy>Dr. Nathaniel A. Frissell Ph.D.</cp:lastModifiedBy>
  <cp:revision>102</cp:revision>
  <dcterms:created xsi:type="dcterms:W3CDTF">2025-06-16T02:49:27Z</dcterms:created>
  <dcterms:modified xsi:type="dcterms:W3CDTF">2025-10-10T19:21:26Z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0x010100662656FF1973BF4AABC52A633413266E</vt:lpwstr>
  </property>
</Properties>
</file>
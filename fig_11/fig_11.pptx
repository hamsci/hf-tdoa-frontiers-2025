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9"/>
    <p:restoredTop sz="94658"/>
  </p:normalViewPr>
  <p:slideViewPr>
    <p:cSldViewPr snapToGrid="0">
      <p:cViewPr>
        <p:scale>
          <a:sx n="71" d="100"/>
          <a:sy n="71" d="100"/>
        </p:scale>
        <p:origin x="776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01344106/Downloads/fig_11/fig_11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01344106/Downloads/fig_11/fig_11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Comparison of Frequency and Time Domain Methods of Analysis</a:t>
            </a:r>
          </a:p>
          <a:p>
            <a:pPr>
              <a:defRPr/>
            </a:pPr>
            <a:r>
              <a:rPr lang="en-US"/>
              <a:t>40M-EM12jw-190255Z-8April24-EL09nn, Chirp 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175944988008574"/>
          <c:y val="0.16755885997521686"/>
          <c:w val="0.87356849261766811"/>
          <c:h val="0.7751467962415479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 Corr Coeff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Sheet1!$A$2:$A$151</c:f>
              <c:numCache>
                <c:formatCode>General</c:formatCode>
                <c:ptCount val="150"/>
                <c:pt idx="0">
                  <c:v>0</c:v>
                </c:pt>
                <c:pt idx="1">
                  <c:v>2.0830000000000001E-2</c:v>
                </c:pt>
                <c:pt idx="2">
                  <c:v>4.1660000000000003E-2</c:v>
                </c:pt>
                <c:pt idx="3">
                  <c:v>6.2490000000000004E-2</c:v>
                </c:pt>
                <c:pt idx="4">
                  <c:v>8.3320000000000005E-2</c:v>
                </c:pt>
                <c:pt idx="5">
                  <c:v>0.10415000000000001</c:v>
                </c:pt>
                <c:pt idx="6">
                  <c:v>0.12498000000000001</c:v>
                </c:pt>
                <c:pt idx="7">
                  <c:v>0.14581</c:v>
                </c:pt>
                <c:pt idx="8">
                  <c:v>0.16664000000000001</c:v>
                </c:pt>
                <c:pt idx="9">
                  <c:v>0.18747000000000003</c:v>
                </c:pt>
                <c:pt idx="10">
                  <c:v>0.20830000000000004</c:v>
                </c:pt>
                <c:pt idx="11">
                  <c:v>0.22913000000000006</c:v>
                </c:pt>
                <c:pt idx="12">
                  <c:v>0.24996000000000007</c:v>
                </c:pt>
                <c:pt idx="13">
                  <c:v>0.27079000000000009</c:v>
                </c:pt>
                <c:pt idx="14">
                  <c:v>0.2916200000000001</c:v>
                </c:pt>
                <c:pt idx="15">
                  <c:v>0.31245000000000012</c:v>
                </c:pt>
                <c:pt idx="16">
                  <c:v>0.33328000000000013</c:v>
                </c:pt>
                <c:pt idx="17">
                  <c:v>0.35411000000000015</c:v>
                </c:pt>
                <c:pt idx="18">
                  <c:v>0.37494000000000016</c:v>
                </c:pt>
                <c:pt idx="19">
                  <c:v>0.39577000000000018</c:v>
                </c:pt>
                <c:pt idx="20">
                  <c:v>0.41660000000000019</c:v>
                </c:pt>
                <c:pt idx="21">
                  <c:v>0.43743000000000021</c:v>
                </c:pt>
                <c:pt idx="22">
                  <c:v>0.45826000000000022</c:v>
                </c:pt>
                <c:pt idx="23">
                  <c:v>0.47909000000000024</c:v>
                </c:pt>
                <c:pt idx="24">
                  <c:v>0.49992000000000025</c:v>
                </c:pt>
                <c:pt idx="25">
                  <c:v>0.52075000000000027</c:v>
                </c:pt>
                <c:pt idx="26">
                  <c:v>0.54158000000000028</c:v>
                </c:pt>
                <c:pt idx="27">
                  <c:v>0.5624100000000003</c:v>
                </c:pt>
                <c:pt idx="28">
                  <c:v>0.58324000000000031</c:v>
                </c:pt>
                <c:pt idx="29">
                  <c:v>0.60407000000000033</c:v>
                </c:pt>
                <c:pt idx="30">
                  <c:v>0.62490000000000034</c:v>
                </c:pt>
                <c:pt idx="31">
                  <c:v>0.64573000000000036</c:v>
                </c:pt>
                <c:pt idx="32">
                  <c:v>0.66656000000000037</c:v>
                </c:pt>
                <c:pt idx="33">
                  <c:v>0.68739000000000039</c:v>
                </c:pt>
                <c:pt idx="34">
                  <c:v>0.7082200000000004</c:v>
                </c:pt>
                <c:pt idx="35">
                  <c:v>0.72905000000000042</c:v>
                </c:pt>
                <c:pt idx="36">
                  <c:v>0.74988000000000044</c:v>
                </c:pt>
                <c:pt idx="37">
                  <c:v>0.77071000000000045</c:v>
                </c:pt>
                <c:pt idx="38">
                  <c:v>0.79154000000000047</c:v>
                </c:pt>
                <c:pt idx="39">
                  <c:v>0.81237000000000048</c:v>
                </c:pt>
                <c:pt idx="40">
                  <c:v>0.8332000000000005</c:v>
                </c:pt>
                <c:pt idx="41">
                  <c:v>0.85403000000000051</c:v>
                </c:pt>
                <c:pt idx="42">
                  <c:v>0.87486000000000053</c:v>
                </c:pt>
                <c:pt idx="43">
                  <c:v>0.89569000000000054</c:v>
                </c:pt>
                <c:pt idx="44">
                  <c:v>0.91652000000000056</c:v>
                </c:pt>
                <c:pt idx="45">
                  <c:v>0.93735000000000057</c:v>
                </c:pt>
                <c:pt idx="46">
                  <c:v>0.95818000000000059</c:v>
                </c:pt>
                <c:pt idx="47">
                  <c:v>0.9790100000000006</c:v>
                </c:pt>
                <c:pt idx="48">
                  <c:v>0.99984000000000062</c:v>
                </c:pt>
                <c:pt idx="49">
                  <c:v>1.0206700000000006</c:v>
                </c:pt>
                <c:pt idx="50">
                  <c:v>1.0415000000000005</c:v>
                </c:pt>
                <c:pt idx="51">
                  <c:v>1.0623300000000004</c:v>
                </c:pt>
                <c:pt idx="52">
                  <c:v>1.0831600000000003</c:v>
                </c:pt>
                <c:pt idx="53">
                  <c:v>1.1039900000000002</c:v>
                </c:pt>
                <c:pt idx="54">
                  <c:v>1.1248200000000002</c:v>
                </c:pt>
                <c:pt idx="55">
                  <c:v>1.1456500000000001</c:v>
                </c:pt>
                <c:pt idx="56">
                  <c:v>1.16648</c:v>
                </c:pt>
                <c:pt idx="57">
                  <c:v>1.1873099999999999</c:v>
                </c:pt>
                <c:pt idx="58">
                  <c:v>1.2081399999999998</c:v>
                </c:pt>
                <c:pt idx="59">
                  <c:v>1.2289699999999997</c:v>
                </c:pt>
                <c:pt idx="60">
                  <c:v>1.2497999999999996</c:v>
                </c:pt>
                <c:pt idx="61">
                  <c:v>1.2706299999999995</c:v>
                </c:pt>
                <c:pt idx="62">
                  <c:v>1.2914599999999994</c:v>
                </c:pt>
                <c:pt idx="63">
                  <c:v>1.3122899999999993</c:v>
                </c:pt>
                <c:pt idx="64">
                  <c:v>1.3331199999999992</c:v>
                </c:pt>
                <c:pt idx="65">
                  <c:v>1.3539499999999991</c:v>
                </c:pt>
                <c:pt idx="66">
                  <c:v>1.374779999999999</c:v>
                </c:pt>
                <c:pt idx="67">
                  <c:v>1.3956099999999989</c:v>
                </c:pt>
                <c:pt idx="68">
                  <c:v>1.4164399999999988</c:v>
                </c:pt>
                <c:pt idx="69">
                  <c:v>1.4372699999999987</c:v>
                </c:pt>
                <c:pt idx="70">
                  <c:v>1.4580999999999986</c:v>
                </c:pt>
                <c:pt idx="71">
                  <c:v>1.4789299999999985</c:v>
                </c:pt>
                <c:pt idx="72">
                  <c:v>1.4997599999999984</c:v>
                </c:pt>
                <c:pt idx="73">
                  <c:v>1.5205899999999983</c:v>
                </c:pt>
                <c:pt idx="74">
                  <c:v>1.5414199999999982</c:v>
                </c:pt>
                <c:pt idx="75">
                  <c:v>1.5622499999999981</c:v>
                </c:pt>
                <c:pt idx="76">
                  <c:v>1.583079999999998</c:v>
                </c:pt>
                <c:pt idx="77">
                  <c:v>1.6039099999999979</c:v>
                </c:pt>
                <c:pt idx="78">
                  <c:v>1.6247399999999979</c:v>
                </c:pt>
                <c:pt idx="79">
                  <c:v>1.6455699999999978</c:v>
                </c:pt>
                <c:pt idx="80">
                  <c:v>1.6663999999999977</c:v>
                </c:pt>
                <c:pt idx="81">
                  <c:v>1.6872299999999976</c:v>
                </c:pt>
                <c:pt idx="82">
                  <c:v>1.7080599999999975</c:v>
                </c:pt>
                <c:pt idx="83">
                  <c:v>1.7288899999999974</c:v>
                </c:pt>
                <c:pt idx="84">
                  <c:v>1.7497199999999973</c:v>
                </c:pt>
                <c:pt idx="85">
                  <c:v>1.7705499999999972</c:v>
                </c:pt>
                <c:pt idx="86">
                  <c:v>1.7913799999999971</c:v>
                </c:pt>
                <c:pt idx="87">
                  <c:v>1.812209999999997</c:v>
                </c:pt>
                <c:pt idx="88">
                  <c:v>1.8330399999999969</c:v>
                </c:pt>
                <c:pt idx="89">
                  <c:v>1.8538699999999968</c:v>
                </c:pt>
                <c:pt idx="90">
                  <c:v>1.8746999999999967</c:v>
                </c:pt>
                <c:pt idx="91">
                  <c:v>1.8955299999999966</c:v>
                </c:pt>
                <c:pt idx="92">
                  <c:v>1.9163599999999965</c:v>
                </c:pt>
                <c:pt idx="93">
                  <c:v>1.9371899999999964</c:v>
                </c:pt>
                <c:pt idx="94">
                  <c:v>1.9580199999999963</c:v>
                </c:pt>
                <c:pt idx="95">
                  <c:v>1.9788499999999962</c:v>
                </c:pt>
                <c:pt idx="96">
                  <c:v>1.9996799999999961</c:v>
                </c:pt>
                <c:pt idx="97">
                  <c:v>2.0205099999999963</c:v>
                </c:pt>
                <c:pt idx="98">
                  <c:v>2.0413399999999964</c:v>
                </c:pt>
                <c:pt idx="99">
                  <c:v>2.0621699999999965</c:v>
                </c:pt>
                <c:pt idx="100">
                  <c:v>2.0829999999999966</c:v>
                </c:pt>
                <c:pt idx="101">
                  <c:v>2.1038299999999968</c:v>
                </c:pt>
                <c:pt idx="102">
                  <c:v>2.1246599999999969</c:v>
                </c:pt>
                <c:pt idx="103">
                  <c:v>2.145489999999997</c:v>
                </c:pt>
                <c:pt idx="104">
                  <c:v>2.1663199999999971</c:v>
                </c:pt>
                <c:pt idx="105">
                  <c:v>2.1871499999999973</c:v>
                </c:pt>
                <c:pt idx="106">
                  <c:v>2.2079799999999974</c:v>
                </c:pt>
                <c:pt idx="107">
                  <c:v>2.2288099999999975</c:v>
                </c:pt>
                <c:pt idx="108">
                  <c:v>2.2496399999999976</c:v>
                </c:pt>
                <c:pt idx="109">
                  <c:v>2.2704699999999978</c:v>
                </c:pt>
                <c:pt idx="110">
                  <c:v>2.2912999999999979</c:v>
                </c:pt>
                <c:pt idx="111">
                  <c:v>2.312129999999998</c:v>
                </c:pt>
                <c:pt idx="112">
                  <c:v>2.3329599999999981</c:v>
                </c:pt>
                <c:pt idx="113">
                  <c:v>2.3537899999999983</c:v>
                </c:pt>
                <c:pt idx="114">
                  <c:v>2.3746199999999984</c:v>
                </c:pt>
                <c:pt idx="115">
                  <c:v>2.3954499999999985</c:v>
                </c:pt>
                <c:pt idx="116">
                  <c:v>2.4162799999999987</c:v>
                </c:pt>
                <c:pt idx="117">
                  <c:v>2.4371099999999988</c:v>
                </c:pt>
                <c:pt idx="118">
                  <c:v>2.4579399999999989</c:v>
                </c:pt>
                <c:pt idx="119">
                  <c:v>2.478769999999999</c:v>
                </c:pt>
                <c:pt idx="120">
                  <c:v>2.4995999999999992</c:v>
                </c:pt>
                <c:pt idx="121">
                  <c:v>2.5204299999999993</c:v>
                </c:pt>
                <c:pt idx="122">
                  <c:v>2.5412599999999994</c:v>
                </c:pt>
                <c:pt idx="123">
                  <c:v>2.5620899999999995</c:v>
                </c:pt>
                <c:pt idx="124">
                  <c:v>2.5829199999999997</c:v>
                </c:pt>
                <c:pt idx="125">
                  <c:v>2.6037499999999998</c:v>
                </c:pt>
                <c:pt idx="126">
                  <c:v>2.6245799999999999</c:v>
                </c:pt>
                <c:pt idx="127">
                  <c:v>2.64541</c:v>
                </c:pt>
                <c:pt idx="128">
                  <c:v>2.6662400000000002</c:v>
                </c:pt>
                <c:pt idx="129">
                  <c:v>2.6870700000000003</c:v>
                </c:pt>
                <c:pt idx="130">
                  <c:v>2.7079000000000004</c:v>
                </c:pt>
                <c:pt idx="131">
                  <c:v>2.7287300000000005</c:v>
                </c:pt>
                <c:pt idx="132">
                  <c:v>2.7495600000000007</c:v>
                </c:pt>
                <c:pt idx="133">
                  <c:v>2.7703900000000008</c:v>
                </c:pt>
                <c:pt idx="134">
                  <c:v>2.7912200000000009</c:v>
                </c:pt>
                <c:pt idx="135">
                  <c:v>2.812050000000001</c:v>
                </c:pt>
                <c:pt idx="136">
                  <c:v>2.8328800000000012</c:v>
                </c:pt>
                <c:pt idx="137">
                  <c:v>2.8537100000000013</c:v>
                </c:pt>
                <c:pt idx="138">
                  <c:v>2.8745400000000014</c:v>
                </c:pt>
                <c:pt idx="139">
                  <c:v>2.8953700000000016</c:v>
                </c:pt>
                <c:pt idx="140">
                  <c:v>2.9162000000000017</c:v>
                </c:pt>
                <c:pt idx="141">
                  <c:v>2.9370300000000018</c:v>
                </c:pt>
                <c:pt idx="142">
                  <c:v>2.9578600000000019</c:v>
                </c:pt>
                <c:pt idx="143">
                  <c:v>2.9786900000000021</c:v>
                </c:pt>
                <c:pt idx="144">
                  <c:v>2.9995200000000022</c:v>
                </c:pt>
                <c:pt idx="145">
                  <c:v>3.0203500000000023</c:v>
                </c:pt>
                <c:pt idx="146">
                  <c:v>3.0411800000000024</c:v>
                </c:pt>
                <c:pt idx="147">
                  <c:v>3.0620100000000026</c:v>
                </c:pt>
                <c:pt idx="148">
                  <c:v>3.0828400000000027</c:v>
                </c:pt>
                <c:pt idx="149">
                  <c:v>3.1036700000000028</c:v>
                </c:pt>
              </c:numCache>
            </c:numRef>
          </c:xVal>
          <c:yVal>
            <c:numRef>
              <c:f>Sheet1!$B$2:$B$151</c:f>
              <c:numCache>
                <c:formatCode>0.0000</c:formatCode>
                <c:ptCount val="150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700.390380859375</c:v>
                </c:pt>
                <c:pt idx="7">
                  <c:v>277.82501220703102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64.101020812988196</c:v>
                </c:pt>
                <c:pt idx="19">
                  <c:v>118.357666015625</c:v>
                </c:pt>
                <c:pt idx="20">
                  <c:v>126.048194885253</c:v>
                </c:pt>
                <c:pt idx="21">
                  <c:v>91.944206237792898</c:v>
                </c:pt>
                <c:pt idx="22">
                  <c:v>26.1914558410644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44.070858001708899</c:v>
                </c:pt>
                <c:pt idx="47">
                  <c:v>125.53358459472599</c:v>
                </c:pt>
                <c:pt idx="48">
                  <c:v>187.91879272460901</c:v>
                </c:pt>
                <c:pt idx="49">
                  <c:v>223.213455200195</c:v>
                </c:pt>
                <c:pt idx="50">
                  <c:v>226.90693664550699</c:v>
                </c:pt>
                <c:pt idx="51">
                  <c:v>198.68859863281199</c:v>
                </c:pt>
                <c:pt idx="52">
                  <c:v>142.52600097656199</c:v>
                </c:pt>
                <c:pt idx="53">
                  <c:v>66.110534667968693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22.609138488769499</c:v>
                </c:pt>
                <c:pt idx="77">
                  <c:v>178.09991455078099</c:v>
                </c:pt>
                <c:pt idx="78">
                  <c:v>344.57757568359301</c:v>
                </c:pt>
                <c:pt idx="79">
                  <c:v>505.07745361328102</c:v>
                </c:pt>
                <c:pt idx="80">
                  <c:v>642.13049316406205</c:v>
                </c:pt>
                <c:pt idx="81">
                  <c:v>739.90167236328102</c:v>
                </c:pt>
                <c:pt idx="82">
                  <c:v>786.17083740234295</c:v>
                </c:pt>
                <c:pt idx="83">
                  <c:v>773.89434814453102</c:v>
                </c:pt>
                <c:pt idx="84">
                  <c:v>702.14416503906205</c:v>
                </c:pt>
                <c:pt idx="85">
                  <c:v>576.29815673828102</c:v>
                </c:pt>
                <c:pt idx="86">
                  <c:v>407.453857421875</c:v>
                </c:pt>
                <c:pt idx="87">
                  <c:v>211.14445495605401</c:v>
                </c:pt>
                <c:pt idx="88">
                  <c:v>5.5214939117431596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20.282360076904201</c:v>
                </c:pt>
                <c:pt idx="103">
                  <c:v>14.948655128479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5.7033529281616202</c:v>
                </c:pt>
                <c:pt idx="128">
                  <c:v>55.3792915344238</c:v>
                </c:pt>
                <c:pt idx="129">
                  <c:v>99.735984802245994</c:v>
                </c:pt>
                <c:pt idx="130">
                  <c:v>132.40461730957</c:v>
                </c:pt>
                <c:pt idx="131">
                  <c:v>148.22160339355401</c:v>
                </c:pt>
                <c:pt idx="132">
                  <c:v>144.01071166992099</c:v>
                </c:pt>
                <c:pt idx="133">
                  <c:v>119.090110778808</c:v>
                </c:pt>
                <c:pt idx="134">
                  <c:v>75.427833557128906</c:v>
                </c:pt>
                <c:pt idx="135">
                  <c:v>17.421585083007798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6.8842148780822701</c:v>
                </c:pt>
                <c:pt idx="149">
                  <c:v>30.794780731201101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F9F-E943-8F15-D19A1DF0D77C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FFT Mag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Sheet1!$F$2:$F$171</c:f>
              <c:numCache>
                <c:formatCode>General</c:formatCode>
                <c:ptCount val="170"/>
                <c:pt idx="0">
                  <c:v>0</c:v>
                </c:pt>
                <c:pt idx="1">
                  <c:v>1.83105E-2</c:v>
                </c:pt>
                <c:pt idx="2">
                  <c:v>3.6621000000000001E-2</c:v>
                </c:pt>
                <c:pt idx="3">
                  <c:v>5.4931500000000001E-2</c:v>
                </c:pt>
                <c:pt idx="4">
                  <c:v>7.3242000000000002E-2</c:v>
                </c:pt>
                <c:pt idx="5">
                  <c:v>9.1552500000000009E-2</c:v>
                </c:pt>
                <c:pt idx="6">
                  <c:v>0.10986300000000002</c:v>
                </c:pt>
                <c:pt idx="7">
                  <c:v>0.12817350000000002</c:v>
                </c:pt>
                <c:pt idx="8">
                  <c:v>0.14648400000000003</c:v>
                </c:pt>
                <c:pt idx="9">
                  <c:v>0.16479450000000004</c:v>
                </c:pt>
                <c:pt idx="10">
                  <c:v>0.18310500000000005</c:v>
                </c:pt>
                <c:pt idx="11">
                  <c:v>0.20141550000000005</c:v>
                </c:pt>
                <c:pt idx="12">
                  <c:v>0.21972600000000006</c:v>
                </c:pt>
                <c:pt idx="13">
                  <c:v>0.23803650000000007</c:v>
                </c:pt>
                <c:pt idx="14">
                  <c:v>0.25634700000000005</c:v>
                </c:pt>
                <c:pt idx="15">
                  <c:v>0.27465750000000005</c:v>
                </c:pt>
                <c:pt idx="16">
                  <c:v>0.29296800000000006</c:v>
                </c:pt>
                <c:pt idx="17">
                  <c:v>0.31127850000000007</c:v>
                </c:pt>
                <c:pt idx="18">
                  <c:v>0.32958900000000008</c:v>
                </c:pt>
                <c:pt idx="19">
                  <c:v>0.34789950000000008</c:v>
                </c:pt>
                <c:pt idx="20">
                  <c:v>0.36621000000000009</c:v>
                </c:pt>
                <c:pt idx="21">
                  <c:v>0.3845205000000001</c:v>
                </c:pt>
                <c:pt idx="22">
                  <c:v>0.40283100000000011</c:v>
                </c:pt>
                <c:pt idx="23">
                  <c:v>0.42114150000000011</c:v>
                </c:pt>
                <c:pt idx="24">
                  <c:v>0.43945200000000012</c:v>
                </c:pt>
                <c:pt idx="25">
                  <c:v>0.45776250000000013</c:v>
                </c:pt>
                <c:pt idx="26">
                  <c:v>0.47607300000000013</c:v>
                </c:pt>
                <c:pt idx="27">
                  <c:v>0.49438350000000014</c:v>
                </c:pt>
                <c:pt idx="28">
                  <c:v>0.51269400000000009</c:v>
                </c:pt>
                <c:pt idx="29">
                  <c:v>0.5310045000000001</c:v>
                </c:pt>
                <c:pt idx="30">
                  <c:v>0.54931500000000011</c:v>
                </c:pt>
                <c:pt idx="31">
                  <c:v>0.56762550000000012</c:v>
                </c:pt>
                <c:pt idx="32">
                  <c:v>0.58593600000000012</c:v>
                </c:pt>
                <c:pt idx="33">
                  <c:v>0.60424650000000013</c:v>
                </c:pt>
                <c:pt idx="34">
                  <c:v>0.62255700000000014</c:v>
                </c:pt>
                <c:pt idx="35">
                  <c:v>0.64086750000000015</c:v>
                </c:pt>
                <c:pt idx="36">
                  <c:v>0.65917800000000015</c:v>
                </c:pt>
                <c:pt idx="37">
                  <c:v>0.67748850000000016</c:v>
                </c:pt>
                <c:pt idx="38">
                  <c:v>0.69579900000000017</c:v>
                </c:pt>
                <c:pt idx="39">
                  <c:v>0.71410950000000017</c:v>
                </c:pt>
                <c:pt idx="40">
                  <c:v>0.73242000000000018</c:v>
                </c:pt>
                <c:pt idx="41">
                  <c:v>0.75073050000000019</c:v>
                </c:pt>
                <c:pt idx="42">
                  <c:v>0.7690410000000002</c:v>
                </c:pt>
                <c:pt idx="43">
                  <c:v>0.7873515000000002</c:v>
                </c:pt>
                <c:pt idx="44">
                  <c:v>0.80566200000000021</c:v>
                </c:pt>
                <c:pt idx="45">
                  <c:v>0.82397250000000022</c:v>
                </c:pt>
                <c:pt idx="46">
                  <c:v>0.84228300000000023</c:v>
                </c:pt>
                <c:pt idx="47">
                  <c:v>0.86059350000000023</c:v>
                </c:pt>
                <c:pt idx="48">
                  <c:v>0.87890400000000024</c:v>
                </c:pt>
                <c:pt idx="49">
                  <c:v>0.89721450000000025</c:v>
                </c:pt>
                <c:pt idx="50">
                  <c:v>0.91552500000000026</c:v>
                </c:pt>
                <c:pt idx="51">
                  <c:v>0.93383550000000026</c:v>
                </c:pt>
                <c:pt idx="52">
                  <c:v>0.95214600000000027</c:v>
                </c:pt>
                <c:pt idx="53">
                  <c:v>0.97045650000000028</c:v>
                </c:pt>
                <c:pt idx="54">
                  <c:v>0.98876700000000028</c:v>
                </c:pt>
                <c:pt idx="55">
                  <c:v>1.0070775000000003</c:v>
                </c:pt>
                <c:pt idx="56">
                  <c:v>1.0253880000000002</c:v>
                </c:pt>
                <c:pt idx="57">
                  <c:v>1.0436985000000001</c:v>
                </c:pt>
                <c:pt idx="58">
                  <c:v>1.062009</c:v>
                </c:pt>
                <c:pt idx="59">
                  <c:v>1.0803194999999999</c:v>
                </c:pt>
                <c:pt idx="60">
                  <c:v>1.0986299999999998</c:v>
                </c:pt>
                <c:pt idx="61">
                  <c:v>1.1169404999999997</c:v>
                </c:pt>
                <c:pt idx="62">
                  <c:v>1.1352509999999996</c:v>
                </c:pt>
                <c:pt idx="63">
                  <c:v>1.1535614999999995</c:v>
                </c:pt>
                <c:pt idx="64">
                  <c:v>1.1718719999999994</c:v>
                </c:pt>
                <c:pt idx="65">
                  <c:v>1.1901824999999993</c:v>
                </c:pt>
                <c:pt idx="66">
                  <c:v>1.2084929999999992</c:v>
                </c:pt>
                <c:pt idx="67">
                  <c:v>1.226803499999999</c:v>
                </c:pt>
                <c:pt idx="68">
                  <c:v>1.2451139999999989</c:v>
                </c:pt>
                <c:pt idx="69">
                  <c:v>1.2634244999999988</c:v>
                </c:pt>
                <c:pt idx="70">
                  <c:v>1.2817349999999987</c:v>
                </c:pt>
                <c:pt idx="71">
                  <c:v>1.3000454999999986</c:v>
                </c:pt>
                <c:pt idx="72">
                  <c:v>1.3183559999999985</c:v>
                </c:pt>
                <c:pt idx="73">
                  <c:v>1.3366664999999984</c:v>
                </c:pt>
                <c:pt idx="74">
                  <c:v>1.3549769999999983</c:v>
                </c:pt>
                <c:pt idx="75">
                  <c:v>1.3732874999999982</c:v>
                </c:pt>
                <c:pt idx="76">
                  <c:v>1.3915979999999981</c:v>
                </c:pt>
                <c:pt idx="77">
                  <c:v>1.409908499999998</c:v>
                </c:pt>
                <c:pt idx="78">
                  <c:v>1.4282189999999979</c:v>
                </c:pt>
                <c:pt idx="79">
                  <c:v>1.4465294999999978</c:v>
                </c:pt>
                <c:pt idx="80">
                  <c:v>1.4648399999999977</c:v>
                </c:pt>
                <c:pt idx="81">
                  <c:v>1.4831504999999976</c:v>
                </c:pt>
                <c:pt idx="82">
                  <c:v>1.5014609999999975</c:v>
                </c:pt>
                <c:pt idx="83">
                  <c:v>1.5197714999999974</c:v>
                </c:pt>
                <c:pt idx="84">
                  <c:v>1.5380819999999973</c:v>
                </c:pt>
                <c:pt idx="85">
                  <c:v>1.5563924999999972</c:v>
                </c:pt>
                <c:pt idx="86">
                  <c:v>1.5747029999999971</c:v>
                </c:pt>
                <c:pt idx="87">
                  <c:v>1.593013499999997</c:v>
                </c:pt>
                <c:pt idx="88">
                  <c:v>1.6113239999999969</c:v>
                </c:pt>
                <c:pt idx="89">
                  <c:v>1.6296344999999968</c:v>
                </c:pt>
                <c:pt idx="90">
                  <c:v>1.6479449999999967</c:v>
                </c:pt>
                <c:pt idx="91">
                  <c:v>1.6662554999999966</c:v>
                </c:pt>
                <c:pt idx="92">
                  <c:v>1.6845659999999965</c:v>
                </c:pt>
                <c:pt idx="93">
                  <c:v>1.7028764999999964</c:v>
                </c:pt>
                <c:pt idx="94">
                  <c:v>1.7211869999999962</c:v>
                </c:pt>
                <c:pt idx="95">
                  <c:v>1.7394974999999961</c:v>
                </c:pt>
                <c:pt idx="96">
                  <c:v>1.757807999999996</c:v>
                </c:pt>
                <c:pt idx="97">
                  <c:v>1.7761184999999959</c:v>
                </c:pt>
                <c:pt idx="98">
                  <c:v>1.7944289999999958</c:v>
                </c:pt>
                <c:pt idx="99">
                  <c:v>1.8127394999999957</c:v>
                </c:pt>
                <c:pt idx="100">
                  <c:v>1.8310499999999956</c:v>
                </c:pt>
                <c:pt idx="101">
                  <c:v>1.8493604999999955</c:v>
                </c:pt>
                <c:pt idx="102">
                  <c:v>1.8676709999999954</c:v>
                </c:pt>
                <c:pt idx="103">
                  <c:v>1.8859814999999953</c:v>
                </c:pt>
                <c:pt idx="104">
                  <c:v>1.9042919999999952</c:v>
                </c:pt>
                <c:pt idx="105">
                  <c:v>1.9226024999999951</c:v>
                </c:pt>
                <c:pt idx="106">
                  <c:v>1.940912999999995</c:v>
                </c:pt>
                <c:pt idx="107">
                  <c:v>1.9592234999999949</c:v>
                </c:pt>
                <c:pt idx="108">
                  <c:v>1.9775339999999948</c:v>
                </c:pt>
                <c:pt idx="109">
                  <c:v>1.9958444999999947</c:v>
                </c:pt>
                <c:pt idx="110">
                  <c:v>2.0141549999999948</c:v>
                </c:pt>
                <c:pt idx="111">
                  <c:v>2.0324654999999949</c:v>
                </c:pt>
                <c:pt idx="112">
                  <c:v>2.050775999999995</c:v>
                </c:pt>
                <c:pt idx="113">
                  <c:v>2.0690864999999952</c:v>
                </c:pt>
                <c:pt idx="114">
                  <c:v>2.0873969999999953</c:v>
                </c:pt>
                <c:pt idx="115">
                  <c:v>2.1057074999999954</c:v>
                </c:pt>
                <c:pt idx="116">
                  <c:v>2.1240179999999955</c:v>
                </c:pt>
                <c:pt idx="117">
                  <c:v>2.1423284999999956</c:v>
                </c:pt>
                <c:pt idx="118">
                  <c:v>2.1606389999999958</c:v>
                </c:pt>
                <c:pt idx="119">
                  <c:v>2.1789494999999959</c:v>
                </c:pt>
                <c:pt idx="120">
                  <c:v>2.197259999999996</c:v>
                </c:pt>
                <c:pt idx="121">
                  <c:v>2.2155704999999961</c:v>
                </c:pt>
                <c:pt idx="122">
                  <c:v>2.2338809999999962</c:v>
                </c:pt>
                <c:pt idx="123">
                  <c:v>2.2521914999999963</c:v>
                </c:pt>
                <c:pt idx="124">
                  <c:v>2.2705019999999965</c:v>
                </c:pt>
                <c:pt idx="125">
                  <c:v>2.2888124999999966</c:v>
                </c:pt>
                <c:pt idx="126">
                  <c:v>2.3071229999999967</c:v>
                </c:pt>
                <c:pt idx="127">
                  <c:v>2.3254334999999968</c:v>
                </c:pt>
                <c:pt idx="128">
                  <c:v>2.3437439999999969</c:v>
                </c:pt>
                <c:pt idx="129">
                  <c:v>2.3620544999999971</c:v>
                </c:pt>
                <c:pt idx="130">
                  <c:v>2.3803649999999972</c:v>
                </c:pt>
                <c:pt idx="131">
                  <c:v>2.3986754999999973</c:v>
                </c:pt>
                <c:pt idx="132">
                  <c:v>2.4169859999999974</c:v>
                </c:pt>
                <c:pt idx="133">
                  <c:v>2.4352964999999975</c:v>
                </c:pt>
                <c:pt idx="134">
                  <c:v>2.4536069999999977</c:v>
                </c:pt>
                <c:pt idx="135">
                  <c:v>2.4719174999999978</c:v>
                </c:pt>
                <c:pt idx="136">
                  <c:v>2.4902279999999979</c:v>
                </c:pt>
                <c:pt idx="137">
                  <c:v>2.508538499999998</c:v>
                </c:pt>
                <c:pt idx="138">
                  <c:v>2.5268489999999981</c:v>
                </c:pt>
                <c:pt idx="139">
                  <c:v>2.5451594999999982</c:v>
                </c:pt>
                <c:pt idx="140">
                  <c:v>2.5634699999999984</c:v>
                </c:pt>
                <c:pt idx="141">
                  <c:v>2.5817804999999985</c:v>
                </c:pt>
                <c:pt idx="142">
                  <c:v>2.6000909999999986</c:v>
                </c:pt>
                <c:pt idx="143">
                  <c:v>2.6184014999999987</c:v>
                </c:pt>
                <c:pt idx="144">
                  <c:v>2.6367119999999988</c:v>
                </c:pt>
                <c:pt idx="145">
                  <c:v>2.655022499999999</c:v>
                </c:pt>
                <c:pt idx="146">
                  <c:v>2.6733329999999991</c:v>
                </c:pt>
                <c:pt idx="147">
                  <c:v>2.6916434999999992</c:v>
                </c:pt>
                <c:pt idx="148">
                  <c:v>2.7099539999999993</c:v>
                </c:pt>
                <c:pt idx="149">
                  <c:v>2.7282644999999994</c:v>
                </c:pt>
                <c:pt idx="150">
                  <c:v>2.7465749999999995</c:v>
                </c:pt>
                <c:pt idx="151">
                  <c:v>2.7648854999999997</c:v>
                </c:pt>
                <c:pt idx="152">
                  <c:v>2.7831959999999998</c:v>
                </c:pt>
                <c:pt idx="153">
                  <c:v>2.8015064999999999</c:v>
                </c:pt>
                <c:pt idx="154">
                  <c:v>2.819817</c:v>
                </c:pt>
                <c:pt idx="155">
                  <c:v>2.8381275000000001</c:v>
                </c:pt>
                <c:pt idx="156">
                  <c:v>2.8564380000000003</c:v>
                </c:pt>
                <c:pt idx="157">
                  <c:v>2.8747485000000004</c:v>
                </c:pt>
                <c:pt idx="158">
                  <c:v>2.8930590000000005</c:v>
                </c:pt>
                <c:pt idx="159">
                  <c:v>2.9113695000000006</c:v>
                </c:pt>
                <c:pt idx="160">
                  <c:v>2.9296800000000007</c:v>
                </c:pt>
                <c:pt idx="161">
                  <c:v>2.9479905000000008</c:v>
                </c:pt>
                <c:pt idx="162">
                  <c:v>2.966301000000001</c:v>
                </c:pt>
                <c:pt idx="163">
                  <c:v>2.9846115000000011</c:v>
                </c:pt>
                <c:pt idx="164">
                  <c:v>3.0029220000000012</c:v>
                </c:pt>
                <c:pt idx="165">
                  <c:v>3.0212325000000013</c:v>
                </c:pt>
                <c:pt idx="166">
                  <c:v>3.0395430000000014</c:v>
                </c:pt>
                <c:pt idx="167">
                  <c:v>3.0578535000000016</c:v>
                </c:pt>
                <c:pt idx="168">
                  <c:v>3.0761640000000017</c:v>
                </c:pt>
                <c:pt idx="169">
                  <c:v>3.0944745000000018</c:v>
                </c:pt>
              </c:numCache>
            </c:numRef>
          </c:xVal>
          <c:yVal>
            <c:numRef>
              <c:f>Sheet1!$G$2:$G$171</c:f>
              <c:numCache>
                <c:formatCode>General</c:formatCode>
                <c:ptCount val="170"/>
                <c:pt idx="0">
                  <c:v>2424.2011630000002</c:v>
                </c:pt>
                <c:pt idx="1">
                  <c:v>2413.7094700000976</c:v>
                </c:pt>
                <c:pt idx="2">
                  <c:v>2382.4482669881295</c:v>
                </c:pt>
                <c:pt idx="3">
                  <c:v>2331.0520389939306</c:v>
                </c:pt>
                <c:pt idx="4">
                  <c:v>2260.5549191627174</c:v>
                </c:pt>
                <c:pt idx="5">
                  <c:v>2172.3573207751283</c:v>
                </c:pt>
                <c:pt idx="6">
                  <c:v>2068.1824450521422</c:v>
                </c:pt>
                <c:pt idx="7">
                  <c:v>1950.0256061813386</c:v>
                </c:pt>
                <c:pt idx="8">
                  <c:v>1820.0999324020004</c:v>
                </c:pt>
                <c:pt idx="9">
                  <c:v>1680.7823881964721</c:v>
                </c:pt>
                <c:pt idx="10">
                  <c:v>1534.5644387630639</c:v>
                </c:pt>
                <c:pt idx="11">
                  <c:v>1384.0121557277696</c:v>
                </c:pt>
                <c:pt idx="12">
                  <c:v>1231.741507453364</c:v>
                </c:pt>
                <c:pt idx="13">
                  <c:v>1080.4166367213156</c:v>
                </c:pt>
                <c:pt idx="14">
                  <c:v>932.78325155097855</c:v>
                </c:pt>
                <c:pt idx="15">
                  <c:v>791.75750884160243</c:v>
                </c:pt>
                <c:pt idx="16">
                  <c:v>660.60381818450276</c:v>
                </c:pt>
                <c:pt idx="17">
                  <c:v>543.24279121372933</c:v>
                </c:pt>
                <c:pt idx="18">
                  <c:v>444.66560617742203</c:v>
                </c:pt>
                <c:pt idx="19">
                  <c:v>371.03550874437911</c:v>
                </c:pt>
                <c:pt idx="20">
                  <c:v>328.00974720825542</c:v>
                </c:pt>
                <c:pt idx="21">
                  <c:v>316.04236963212077</c:v>
                </c:pt>
                <c:pt idx="22">
                  <c:v>327.29331112422818</c:v>
                </c:pt>
                <c:pt idx="23">
                  <c:v>349.97362394749229</c:v>
                </c:pt>
                <c:pt idx="24">
                  <c:v>374.27527338407668</c:v>
                </c:pt>
                <c:pt idx="25">
                  <c:v>393.99821141937736</c:v>
                </c:pt>
                <c:pt idx="26">
                  <c:v>405.712594711051</c:v>
                </c:pt>
                <c:pt idx="27">
                  <c:v>407.73839561451496</c:v>
                </c:pt>
                <c:pt idx="28">
                  <c:v>399.48332754477684</c:v>
                </c:pt>
                <c:pt idx="29">
                  <c:v>381.06409500409598</c:v>
                </c:pt>
                <c:pt idx="30">
                  <c:v>353.08684045558448</c:v>
                </c:pt>
                <c:pt idx="31">
                  <c:v>316.50927874765904</c:v>
                </c:pt>
                <c:pt idx="32">
                  <c:v>272.54374297586588</c:v>
                </c:pt>
                <c:pt idx="33">
                  <c:v>222.58100736021308</c:v>
                </c:pt>
                <c:pt idx="34">
                  <c:v>168.12589675457863</c:v>
                </c:pt>
                <c:pt idx="35">
                  <c:v>110.74443012506178</c:v>
                </c:pt>
                <c:pt idx="36">
                  <c:v>52.061212817347716</c:v>
                </c:pt>
                <c:pt idx="37">
                  <c:v>8.6671307682669703</c:v>
                </c:pt>
                <c:pt idx="38">
                  <c:v>64.36049667759336</c:v>
                </c:pt>
                <c:pt idx="39">
                  <c:v>118.72554166087856</c:v>
                </c:pt>
                <c:pt idx="40">
                  <c:v>169.29407273905193</c:v>
                </c:pt>
                <c:pt idx="41">
                  <c:v>215.11767862186952</c:v>
                </c:pt>
                <c:pt idx="42">
                  <c:v>255.49586316009035</c:v>
                </c:pt>
                <c:pt idx="43">
                  <c:v>289.95922091165124</c:v>
                </c:pt>
                <c:pt idx="44">
                  <c:v>318.27106335816842</c:v>
                </c:pt>
                <c:pt idx="45">
                  <c:v>340.42686257274278</c:v>
                </c:pt>
                <c:pt idx="46">
                  <c:v>356.64922980726465</c:v>
                </c:pt>
                <c:pt idx="47">
                  <c:v>367.37777672386972</c:v>
                </c:pt>
                <c:pt idx="48">
                  <c:v>373.25286819566617</c:v>
                </c:pt>
                <c:pt idx="49">
                  <c:v>375.0912620288039</c:v>
                </c:pt>
                <c:pt idx="50">
                  <c:v>373.85034939794389</c:v>
                </c:pt>
                <c:pt idx="51">
                  <c:v>370.57666261143891</c:v>
                </c:pt>
                <c:pt idx="52">
                  <c:v>366.33466221924914</c:v>
                </c:pt>
                <c:pt idx="53">
                  <c:v>362.11514472766032</c:v>
                </c:pt>
                <c:pt idx="54">
                  <c:v>358.73029876169699</c:v>
                </c:pt>
                <c:pt idx="55">
                  <c:v>356.71308369581647</c:v>
                </c:pt>
                <c:pt idx="56">
                  <c:v>356.24655618184909</c:v>
                </c:pt>
                <c:pt idx="57">
                  <c:v>357.14619116033163</c:v>
                </c:pt>
                <c:pt idx="58">
                  <c:v>358.90264486348417</c:v>
                </c:pt>
                <c:pt idx="59">
                  <c:v>360.77171975647718</c:v>
                </c:pt>
                <c:pt idx="60">
                  <c:v>361.88532322205322</c:v>
                </c:pt>
                <c:pt idx="61">
                  <c:v>361.35787062168538</c:v>
                </c:pt>
                <c:pt idx="62">
                  <c:v>358.37272134847194</c:v>
                </c:pt>
                <c:pt idx="63">
                  <c:v>352.24460206909936</c:v>
                </c:pt>
                <c:pt idx="64">
                  <c:v>342.46172045073871</c:v>
                </c:pt>
                <c:pt idx="65">
                  <c:v>328.71499787313502</c:v>
                </c:pt>
                <c:pt idx="66">
                  <c:v>310.92370463056534</c:v>
                </c:pt>
                <c:pt idx="67">
                  <c:v>289.26932730497759</c:v>
                </c:pt>
                <c:pt idx="68">
                  <c:v>264.25572664727167</c:v>
                </c:pt>
                <c:pt idx="69">
                  <c:v>236.82753554678226</c:v>
                </c:pt>
                <c:pt idx="70">
                  <c:v>208.60379325051457</c:v>
                </c:pt>
                <c:pt idx="71">
                  <c:v>182.30126888219925</c:v>
                </c:pt>
                <c:pt idx="72">
                  <c:v>162.27555945478844</c:v>
                </c:pt>
                <c:pt idx="73">
                  <c:v>154.30215520711383</c:v>
                </c:pt>
                <c:pt idx="74">
                  <c:v>162.78295728182931</c:v>
                </c:pt>
                <c:pt idx="75">
                  <c:v>187.16981451279088</c:v>
                </c:pt>
                <c:pt idx="76">
                  <c:v>223.173648857926</c:v>
                </c:pt>
                <c:pt idx="77">
                  <c:v>266.38800342518357</c:v>
                </c:pt>
                <c:pt idx="78">
                  <c:v>313.67595909082382</c:v>
                </c:pt>
                <c:pt idx="79">
                  <c:v>362.97882569485574</c:v>
                </c:pt>
                <c:pt idx="80">
                  <c:v>412.91075502511467</c:v>
                </c:pt>
                <c:pt idx="81">
                  <c:v>462.48791864954097</c:v>
                </c:pt>
                <c:pt idx="82">
                  <c:v>510.97683787852895</c:v>
                </c:pt>
                <c:pt idx="83">
                  <c:v>557.8104016965716</c:v>
                </c:pt>
                <c:pt idx="84">
                  <c:v>602.53874514440156</c:v>
                </c:pt>
                <c:pt idx="85">
                  <c:v>644.79776710918463</c:v>
                </c:pt>
                <c:pt idx="86">
                  <c:v>684.28676323029038</c:v>
                </c:pt>
                <c:pt idx="87">
                  <c:v>720.75109790978809</c:v>
                </c:pt>
                <c:pt idx="88">
                  <c:v>753.96811917213665</c:v>
                </c:pt>
                <c:pt idx="89">
                  <c:v>783.73567020929556</c:v>
                </c:pt>
                <c:pt idx="90">
                  <c:v>809.86308455978224</c:v>
                </c:pt>
                <c:pt idx="91">
                  <c:v>832.16481004894774</c:v>
                </c:pt>
                <c:pt idx="92">
                  <c:v>850.45678002587795</c:v>
                </c:pt>
                <c:pt idx="93">
                  <c:v>864.55562191471006</c:v>
                </c:pt>
                <c:pt idx="94">
                  <c:v>874.28060978767246</c:v>
                </c:pt>
                <c:pt idx="95">
                  <c:v>879.45817391468552</c:v>
                </c:pt>
                <c:pt idx="96">
                  <c:v>879.92860816483199</c:v>
                </c:pt>
                <c:pt idx="97">
                  <c:v>875.55452803212359</c:v>
                </c:pt>
                <c:pt idx="98">
                  <c:v>866.23055917567058</c:v>
                </c:pt>
                <c:pt idx="99">
                  <c:v>851.89367488557423</c:v>
                </c:pt>
                <c:pt idx="100">
                  <c:v>832.53359688946546</c:v>
                </c:pt>
                <c:pt idx="101">
                  <c:v>808.20264090797184</c:v>
                </c:pt>
                <c:pt idx="102">
                  <c:v>779.02443251900138</c:v>
                </c:pt>
                <c:pt idx="103">
                  <c:v>745.20092707253696</c:v>
                </c:pt>
                <c:pt idx="104">
                  <c:v>707.01722441471179</c:v>
                </c:pt>
                <c:pt idx="105">
                  <c:v>664.84374292452571</c:v>
                </c:pt>
                <c:pt idx="106">
                  <c:v>619.1354345985817</c:v>
                </c:pt>
                <c:pt idx="107">
                  <c:v>570.42782891098886</c:v>
                </c:pt>
                <c:pt idx="108">
                  <c:v>519.32988300269642</c:v>
                </c:pt>
                <c:pt idx="109">
                  <c:v>466.51376975852685</c:v>
                </c:pt>
                <c:pt idx="110">
                  <c:v>412.70198314932952</c:v>
                </c:pt>
                <c:pt idx="111">
                  <c:v>358.65232349545437</c:v>
                </c:pt>
                <c:pt idx="112">
                  <c:v>305.14165446970219</c:v>
                </c:pt>
                <c:pt idx="113">
                  <c:v>252.94977934680531</c:v>
                </c:pt>
                <c:pt idx="114">
                  <c:v>202.84577374680958</c:v>
                </c:pt>
                <c:pt idx="115">
                  <c:v>155.58212327508321</c:v>
                </c:pt>
                <c:pt idx="116">
                  <c:v>111.91295156276819</c:v>
                </c:pt>
                <c:pt idx="117">
                  <c:v>72.705820709113937</c:v>
                </c:pt>
                <c:pt idx="118">
                  <c:v>39.59522314932574</c:v>
                </c:pt>
                <c:pt idx="119">
                  <c:v>20.368489041114685</c:v>
                </c:pt>
                <c:pt idx="120">
                  <c:v>30.197316291061263</c:v>
                </c:pt>
                <c:pt idx="121">
                  <c:v>47.364864300030135</c:v>
                </c:pt>
                <c:pt idx="122">
                  <c:v>61.170506726493166</c:v>
                </c:pt>
                <c:pt idx="123">
                  <c:v>70.130368808120537</c:v>
                </c:pt>
                <c:pt idx="124">
                  <c:v>74.005679320253023</c:v>
                </c:pt>
                <c:pt idx="125">
                  <c:v>72.882317915343634</c:v>
                </c:pt>
                <c:pt idx="126">
                  <c:v>67.007086867955877</c:v>
                </c:pt>
                <c:pt idx="127">
                  <c:v>56.745873595211364</c:v>
                </c:pt>
                <c:pt idx="128">
                  <c:v>42.589719233404161</c:v>
                </c:pt>
                <c:pt idx="129">
                  <c:v>25.307829108500833</c:v>
                </c:pt>
                <c:pt idx="130">
                  <c:v>8.9150080586401046</c:v>
                </c:pt>
                <c:pt idx="131">
                  <c:v>21.804854252607331</c:v>
                </c:pt>
                <c:pt idx="132">
                  <c:v>45.802955013311049</c:v>
                </c:pt>
                <c:pt idx="133">
                  <c:v>71.481617146145567</c:v>
                </c:pt>
                <c:pt idx="134">
                  <c:v>97.703887227207716</c:v>
                </c:pt>
                <c:pt idx="135">
                  <c:v>123.724078451903</c:v>
                </c:pt>
                <c:pt idx="136">
                  <c:v>148.88157154870632</c:v>
                </c:pt>
                <c:pt idx="137">
                  <c:v>172.57274856999604</c:v>
                </c:pt>
                <c:pt idx="138">
                  <c:v>194.25636170680579</c:v>
                </c:pt>
                <c:pt idx="139">
                  <c:v>213.46538989028878</c:v>
                </c:pt>
                <c:pt idx="140">
                  <c:v>229.81962376765017</c:v>
                </c:pt>
                <c:pt idx="141">
                  <c:v>243.03696121143139</c:v>
                </c:pt>
                <c:pt idx="142">
                  <c:v>252.94238788355037</c:v>
                </c:pt>
                <c:pt idx="143">
                  <c:v>259.47402094972239</c:v>
                </c:pt>
                <c:pt idx="144">
                  <c:v>262.6858382932254</c:v>
                </c:pt>
                <c:pt idx="145">
                  <c:v>262.74686573131248</c:v>
                </c:pt>
                <c:pt idx="146">
                  <c:v>259.93670539033337</c:v>
                </c:pt>
                <c:pt idx="147">
                  <c:v>254.63723616791515</c:v>
                </c:pt>
                <c:pt idx="148">
                  <c:v>247.32011088826079</c:v>
                </c:pt>
                <c:pt idx="149">
                  <c:v>238.52921631132196</c:v>
                </c:pt>
                <c:pt idx="150">
                  <c:v>228.85663665819683</c:v>
                </c:pt>
                <c:pt idx="151">
                  <c:v>218.91011039832168</c:v>
                </c:pt>
                <c:pt idx="152">
                  <c:v>209.2701651596694</c:v>
                </c:pt>
                <c:pt idx="153">
                  <c:v>200.43716897484521</c:v>
                </c:pt>
                <c:pt idx="154">
                  <c:v>192.77331087240964</c:v>
                </c:pt>
                <c:pt idx="155">
                  <c:v>186.45119418977063</c:v>
                </c:pt>
                <c:pt idx="156">
                  <c:v>181.42522573974207</c:v>
                </c:pt>
                <c:pt idx="157">
                  <c:v>177.43886002571935</c:v>
                </c:pt>
                <c:pt idx="158">
                  <c:v>174.06881681558778</c:v>
                </c:pt>
                <c:pt idx="159">
                  <c:v>170.7934431169937</c:v>
                </c:pt>
                <c:pt idx="160">
                  <c:v>167.06590134762322</c:v>
                </c:pt>
                <c:pt idx="161">
                  <c:v>162.37643841345528</c:v>
                </c:pt>
                <c:pt idx="162">
                  <c:v>156.29674461608516</c:v>
                </c:pt>
                <c:pt idx="163">
                  <c:v>148.50692333788473</c:v>
                </c:pt>
                <c:pt idx="164">
                  <c:v>138.80924843310018</c:v>
                </c:pt>
                <c:pt idx="165">
                  <c:v>127.1335754909361</c:v>
                </c:pt>
                <c:pt idx="166">
                  <c:v>113.53885199145967</c:v>
                </c:pt>
                <c:pt idx="167">
                  <c:v>98.215746115417417</c:v>
                </c:pt>
                <c:pt idx="168">
                  <c:v>81.499781782994788</c:v>
                </c:pt>
                <c:pt idx="169">
                  <c:v>63.922336440680212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F9F-E943-8F15-D19A1DF0D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4717487"/>
        <c:axId val="854730447"/>
      </c:scatterChart>
      <c:valAx>
        <c:axId val="854717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730447"/>
        <c:crosses val="autoZero"/>
        <c:crossBetween val="midCat"/>
      </c:valAx>
      <c:valAx>
        <c:axId val="854730447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Corretion and FFT Relative Magnitude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717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707925660235865"/>
          <c:y val="0.23340729248992576"/>
          <c:w val="0.17107119161774095"/>
          <c:h val="8.3643708105260089E-2"/>
        </c:manualLayout>
      </c:layout>
      <c:overlay val="1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WA5FRF-N6RFM 40M TDOA </a:t>
            </a:r>
          </a:p>
          <a:p>
            <a:pPr>
              <a:defRPr/>
            </a:pPr>
            <a:r>
              <a:rPr lang="en-US"/>
              <a:t>Comparison of Manual Beat Note and Autocorrelation Results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Sheet1!$E$3</c:f>
              <c:strCache>
                <c:ptCount val="1"/>
                <c:pt idx="0">
                  <c:v>TDOA Auto Correlation 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Sheet1!$D$4:$D$42</c:f>
              <c:numCache>
                <c:formatCode>h:mm;@</c:formatCode>
                <c:ptCount val="39"/>
                <c:pt idx="0">
                  <c:v>0.59236111111111112</c:v>
                </c:pt>
                <c:pt idx="1">
                  <c:v>0.59861111111111109</c:v>
                </c:pt>
                <c:pt idx="2">
                  <c:v>0.60555555555555551</c:v>
                </c:pt>
                <c:pt idx="3">
                  <c:v>0.61250000000000004</c:v>
                </c:pt>
                <c:pt idx="4">
                  <c:v>0.61944444444444446</c:v>
                </c:pt>
                <c:pt idx="5">
                  <c:v>0.62638888888888888</c:v>
                </c:pt>
                <c:pt idx="6">
                  <c:v>0.6333333333333333</c:v>
                </c:pt>
                <c:pt idx="7">
                  <c:v>0.64027777777777772</c:v>
                </c:pt>
                <c:pt idx="8">
                  <c:v>0.64722222222222225</c:v>
                </c:pt>
                <c:pt idx="9">
                  <c:v>0.65416666666666667</c:v>
                </c:pt>
                <c:pt idx="10">
                  <c:v>0.66111111111111109</c:v>
                </c:pt>
                <c:pt idx="11">
                  <c:v>0.66805555555555551</c:v>
                </c:pt>
                <c:pt idx="12">
                  <c:v>0.67500000000000004</c:v>
                </c:pt>
                <c:pt idx="13">
                  <c:v>0.68194444444444446</c:v>
                </c:pt>
                <c:pt idx="14">
                  <c:v>0.68888888888888888</c:v>
                </c:pt>
                <c:pt idx="15">
                  <c:v>0.6958333333333333</c:v>
                </c:pt>
                <c:pt idx="16">
                  <c:v>0.70277777777777772</c:v>
                </c:pt>
                <c:pt idx="17">
                  <c:v>0.70972222222222225</c:v>
                </c:pt>
                <c:pt idx="18">
                  <c:v>0.71666666666666667</c:v>
                </c:pt>
                <c:pt idx="19">
                  <c:v>0.72361111111111109</c:v>
                </c:pt>
                <c:pt idx="20">
                  <c:v>0.73055555555555551</c:v>
                </c:pt>
                <c:pt idx="21">
                  <c:v>0.73750000000000004</c:v>
                </c:pt>
                <c:pt idx="22">
                  <c:v>0.74444444444444446</c:v>
                </c:pt>
                <c:pt idx="23">
                  <c:v>0.75138888888888888</c:v>
                </c:pt>
                <c:pt idx="24">
                  <c:v>0.7583333333333333</c:v>
                </c:pt>
                <c:pt idx="25">
                  <c:v>0.76527777777777772</c:v>
                </c:pt>
                <c:pt idx="26">
                  <c:v>0.77222222222222225</c:v>
                </c:pt>
                <c:pt idx="27">
                  <c:v>0.77708333333333335</c:v>
                </c:pt>
                <c:pt idx="28">
                  <c:v>0.77916666666666667</c:v>
                </c:pt>
                <c:pt idx="29">
                  <c:v>0.78611111111111109</c:v>
                </c:pt>
                <c:pt idx="30">
                  <c:v>0.79236111111111107</c:v>
                </c:pt>
                <c:pt idx="31">
                  <c:v>0.79236111111111107</c:v>
                </c:pt>
                <c:pt idx="32">
                  <c:v>0.79305555555555551</c:v>
                </c:pt>
                <c:pt idx="33">
                  <c:v>0.8</c:v>
                </c:pt>
                <c:pt idx="34">
                  <c:v>0.80625000000000002</c:v>
                </c:pt>
                <c:pt idx="35">
                  <c:v>0.81458333333333333</c:v>
                </c:pt>
                <c:pt idx="36">
                  <c:v>0.8208333333333333</c:v>
                </c:pt>
                <c:pt idx="37">
                  <c:v>0.82777777777777772</c:v>
                </c:pt>
                <c:pt idx="38">
                  <c:v>0.83680555555555558</c:v>
                </c:pt>
              </c:numCache>
            </c:numRef>
          </c:xVal>
          <c:yVal>
            <c:numRef>
              <c:f>Sheet1!$E$4:$E$42</c:f>
              <c:numCache>
                <c:formatCode>0.000</c:formatCode>
                <c:ptCount val="39"/>
                <c:pt idx="0">
                  <c:v>1.6666666666666601</c:v>
                </c:pt>
                <c:pt idx="1">
                  <c:v>1.3749999999999993</c:v>
                </c:pt>
                <c:pt idx="2">
                  <c:v>1.4374999999999991</c:v>
                </c:pt>
                <c:pt idx="3">
                  <c:v>1.7083333333333315</c:v>
                </c:pt>
                <c:pt idx="4">
                  <c:v>1.7916666666666645</c:v>
                </c:pt>
                <c:pt idx="5">
                  <c:v>1.7291666666666647</c:v>
                </c:pt>
                <c:pt idx="6">
                  <c:v>1.7083333333333315</c:v>
                </c:pt>
                <c:pt idx="7">
                  <c:v>1.5624999999999987</c:v>
                </c:pt>
                <c:pt idx="8">
                  <c:v>2.0208333333333304</c:v>
                </c:pt>
                <c:pt idx="9">
                  <c:v>1.7291666666666647</c:v>
                </c:pt>
                <c:pt idx="10">
                  <c:v>2.0624999999999973</c:v>
                </c:pt>
                <c:pt idx="11">
                  <c:v>1.7083333333333315</c:v>
                </c:pt>
                <c:pt idx="12">
                  <c:v>1.9791666666666639</c:v>
                </c:pt>
                <c:pt idx="13">
                  <c:v>1.7083333333333315</c:v>
                </c:pt>
                <c:pt idx="14">
                  <c:v>2.7083333333333353</c:v>
                </c:pt>
                <c:pt idx="15">
                  <c:v>1.0625000000000004</c:v>
                </c:pt>
                <c:pt idx="16">
                  <c:v>1.666666666666665</c:v>
                </c:pt>
                <c:pt idx="17">
                  <c:v>1.8749999999999976</c:v>
                </c:pt>
                <c:pt idx="19">
                  <c:v>1.7083333333333315</c:v>
                </c:pt>
                <c:pt idx="20">
                  <c:v>1.0416666666666672</c:v>
                </c:pt>
                <c:pt idx="21">
                  <c:v>1.7083333333333315</c:v>
                </c:pt>
                <c:pt idx="22">
                  <c:v>1.666666666666665</c:v>
                </c:pt>
                <c:pt idx="23">
                  <c:v>1.6874999999999982</c:v>
                </c:pt>
                <c:pt idx="24">
                  <c:v>1.7083333333333315</c:v>
                </c:pt>
                <c:pt idx="25">
                  <c:v>1.7291666666666647</c:v>
                </c:pt>
                <c:pt idx="26">
                  <c:v>1.9166666666666641</c:v>
                </c:pt>
                <c:pt idx="27">
                  <c:v>1.749999999999998</c:v>
                </c:pt>
                <c:pt idx="28">
                  <c:v>1.9166666666666641</c:v>
                </c:pt>
                <c:pt idx="29">
                  <c:v>1.7708333333333313</c:v>
                </c:pt>
                <c:pt idx="30">
                  <c:v>1.833333333333331</c:v>
                </c:pt>
                <c:pt idx="31">
                  <c:v>1.749999999999998</c:v>
                </c:pt>
                <c:pt idx="32">
                  <c:v>1.749999999999998</c:v>
                </c:pt>
                <c:pt idx="33">
                  <c:v>1.7291666666666647</c:v>
                </c:pt>
                <c:pt idx="34">
                  <c:v>2.0208333333333304</c:v>
                </c:pt>
                <c:pt idx="35">
                  <c:v>2.0416666666666639</c:v>
                </c:pt>
                <c:pt idx="36">
                  <c:v>1.7708333333333313</c:v>
                </c:pt>
                <c:pt idx="37">
                  <c:v>2.4583333333333335</c:v>
                </c:pt>
                <c:pt idx="38">
                  <c:v>1.7083333333333315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8B-374F-BBA2-D665A29E0FF0}"/>
            </c:ext>
          </c:extLst>
        </c:ser>
        <c:ser>
          <c:idx val="1"/>
          <c:order val="1"/>
          <c:tx>
            <c:strRef>
              <c:f>Sheet1!$F$3</c:f>
              <c:strCache>
                <c:ptCount val="1"/>
                <c:pt idx="0">
                  <c:v>TDOA Manual Beat Note Analysis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Sheet1!$D$4:$D$42</c:f>
              <c:numCache>
                <c:formatCode>h:mm;@</c:formatCode>
                <c:ptCount val="39"/>
                <c:pt idx="0">
                  <c:v>0.59236111111111112</c:v>
                </c:pt>
                <c:pt idx="1">
                  <c:v>0.59861111111111109</c:v>
                </c:pt>
                <c:pt idx="2">
                  <c:v>0.60555555555555551</c:v>
                </c:pt>
                <c:pt idx="3">
                  <c:v>0.61250000000000004</c:v>
                </c:pt>
                <c:pt idx="4">
                  <c:v>0.61944444444444446</c:v>
                </c:pt>
                <c:pt idx="5">
                  <c:v>0.62638888888888888</c:v>
                </c:pt>
                <c:pt idx="6">
                  <c:v>0.6333333333333333</c:v>
                </c:pt>
                <c:pt idx="7">
                  <c:v>0.64027777777777772</c:v>
                </c:pt>
                <c:pt idx="8">
                  <c:v>0.64722222222222225</c:v>
                </c:pt>
                <c:pt idx="9">
                  <c:v>0.65416666666666667</c:v>
                </c:pt>
                <c:pt idx="10">
                  <c:v>0.66111111111111109</c:v>
                </c:pt>
                <c:pt idx="11">
                  <c:v>0.66805555555555551</c:v>
                </c:pt>
                <c:pt idx="12">
                  <c:v>0.67500000000000004</c:v>
                </c:pt>
                <c:pt idx="13">
                  <c:v>0.68194444444444446</c:v>
                </c:pt>
                <c:pt idx="14">
                  <c:v>0.68888888888888888</c:v>
                </c:pt>
                <c:pt idx="15">
                  <c:v>0.6958333333333333</c:v>
                </c:pt>
                <c:pt idx="16">
                  <c:v>0.70277777777777772</c:v>
                </c:pt>
                <c:pt idx="17">
                  <c:v>0.70972222222222225</c:v>
                </c:pt>
                <c:pt idx="18">
                  <c:v>0.71666666666666667</c:v>
                </c:pt>
                <c:pt idx="19">
                  <c:v>0.72361111111111109</c:v>
                </c:pt>
                <c:pt idx="20">
                  <c:v>0.73055555555555551</c:v>
                </c:pt>
                <c:pt idx="21">
                  <c:v>0.73750000000000004</c:v>
                </c:pt>
                <c:pt idx="22">
                  <c:v>0.74444444444444446</c:v>
                </c:pt>
                <c:pt idx="23">
                  <c:v>0.75138888888888888</c:v>
                </c:pt>
                <c:pt idx="24">
                  <c:v>0.7583333333333333</c:v>
                </c:pt>
                <c:pt idx="25">
                  <c:v>0.76527777777777772</c:v>
                </c:pt>
                <c:pt idx="26">
                  <c:v>0.77222222222222225</c:v>
                </c:pt>
                <c:pt idx="27">
                  <c:v>0.77708333333333335</c:v>
                </c:pt>
                <c:pt idx="28">
                  <c:v>0.77916666666666667</c:v>
                </c:pt>
                <c:pt idx="29">
                  <c:v>0.78611111111111109</c:v>
                </c:pt>
                <c:pt idx="30">
                  <c:v>0.79236111111111107</c:v>
                </c:pt>
                <c:pt idx="31">
                  <c:v>0.79236111111111107</c:v>
                </c:pt>
                <c:pt idx="32">
                  <c:v>0.79305555555555551</c:v>
                </c:pt>
                <c:pt idx="33">
                  <c:v>0.8</c:v>
                </c:pt>
                <c:pt idx="34">
                  <c:v>0.80625000000000002</c:v>
                </c:pt>
                <c:pt idx="35">
                  <c:v>0.81458333333333333</c:v>
                </c:pt>
                <c:pt idx="36">
                  <c:v>0.8208333333333333</c:v>
                </c:pt>
                <c:pt idx="37">
                  <c:v>0.82777777777777772</c:v>
                </c:pt>
                <c:pt idx="38">
                  <c:v>0.83680555555555558</c:v>
                </c:pt>
              </c:numCache>
            </c:numRef>
          </c:xVal>
          <c:yVal>
            <c:numRef>
              <c:f>Sheet1!$F$4:$F$42</c:f>
              <c:numCache>
                <c:formatCode>General</c:formatCode>
                <c:ptCount val="39"/>
                <c:pt idx="0">
                  <c:v>1.72</c:v>
                </c:pt>
                <c:pt idx="1">
                  <c:v>1.64</c:v>
                </c:pt>
                <c:pt idx="2">
                  <c:v>1.64</c:v>
                </c:pt>
                <c:pt idx="3">
                  <c:v>1.69</c:v>
                </c:pt>
                <c:pt idx="4">
                  <c:v>1.85</c:v>
                </c:pt>
                <c:pt idx="5">
                  <c:v>1.85</c:v>
                </c:pt>
                <c:pt idx="6">
                  <c:v>1.96</c:v>
                </c:pt>
                <c:pt idx="7">
                  <c:v>1.92</c:v>
                </c:pt>
                <c:pt idx="8">
                  <c:v>2.04</c:v>
                </c:pt>
                <c:pt idx="9">
                  <c:v>1.79</c:v>
                </c:pt>
                <c:pt idx="10">
                  <c:v>1.96</c:v>
                </c:pt>
                <c:pt idx="11">
                  <c:v>1.79</c:v>
                </c:pt>
                <c:pt idx="12">
                  <c:v>2</c:v>
                </c:pt>
                <c:pt idx="13">
                  <c:v>1.85</c:v>
                </c:pt>
                <c:pt idx="14">
                  <c:v>1.96</c:v>
                </c:pt>
                <c:pt idx="15" formatCode="0.000">
                  <c:v>0.9</c:v>
                </c:pt>
                <c:pt idx="16">
                  <c:v>1.75</c:v>
                </c:pt>
                <c:pt idx="17">
                  <c:v>2.08</c:v>
                </c:pt>
                <c:pt idx="18">
                  <c:v>1.92</c:v>
                </c:pt>
                <c:pt idx="19">
                  <c:v>1.79</c:v>
                </c:pt>
                <c:pt idx="20">
                  <c:v>1.82</c:v>
                </c:pt>
                <c:pt idx="21">
                  <c:v>1.82</c:v>
                </c:pt>
                <c:pt idx="22">
                  <c:v>1.61</c:v>
                </c:pt>
                <c:pt idx="23">
                  <c:v>1.61</c:v>
                </c:pt>
                <c:pt idx="24">
                  <c:v>1.72</c:v>
                </c:pt>
                <c:pt idx="25">
                  <c:v>1.69</c:v>
                </c:pt>
                <c:pt idx="26">
                  <c:v>1.69</c:v>
                </c:pt>
                <c:pt idx="27">
                  <c:v>1.69</c:v>
                </c:pt>
                <c:pt idx="28">
                  <c:v>1.85</c:v>
                </c:pt>
                <c:pt idx="29">
                  <c:v>1.85</c:v>
                </c:pt>
                <c:pt idx="30">
                  <c:v>1.85</c:v>
                </c:pt>
                <c:pt idx="31">
                  <c:v>1.75</c:v>
                </c:pt>
                <c:pt idx="32">
                  <c:v>1.85</c:v>
                </c:pt>
                <c:pt idx="33">
                  <c:v>1.85</c:v>
                </c:pt>
                <c:pt idx="34">
                  <c:v>1.85</c:v>
                </c:pt>
                <c:pt idx="35">
                  <c:v>1.82</c:v>
                </c:pt>
                <c:pt idx="36">
                  <c:v>1.83</c:v>
                </c:pt>
                <c:pt idx="37">
                  <c:v>2.44</c:v>
                </c:pt>
                <c:pt idx="38">
                  <c:v>1.63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A8B-374F-BBA2-D665A29E0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9083856"/>
        <c:axId val="829082416"/>
      </c:scatterChart>
      <c:valAx>
        <c:axId val="829083856"/>
        <c:scaling>
          <c:orientation val="minMax"/>
          <c:max val="0.85500000000000009"/>
          <c:min val="0.5850000000000000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(UTC)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082416"/>
        <c:crosses val="autoZero"/>
        <c:crossBetween val="midCat"/>
      </c:valAx>
      <c:valAx>
        <c:axId val="82908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TDOA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0838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138400725556297"/>
          <c:y val="0.16521196630525897"/>
          <c:w val="0.32617827000553862"/>
          <c:h val="7.8534581083123778E-2"/>
        </c:manualLayout>
      </c:layout>
      <c:overlay val="1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2968"/>
            <a:ext cx="10363200" cy="636693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605435"/>
            <a:ext cx="9144000" cy="441536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3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6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59305"/>
            <a:ext cx="10515600" cy="760729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2238572"/>
            <a:ext cx="10515600" cy="40004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3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868333"/>
            <a:ext cx="5181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868333"/>
            <a:ext cx="5181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3670"/>
            <a:ext cx="105156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483101"/>
            <a:ext cx="5157787" cy="21970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680200"/>
            <a:ext cx="51577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483101"/>
            <a:ext cx="5183188" cy="21970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680200"/>
            <a:ext cx="5183188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9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19200"/>
            <a:ext cx="3932237" cy="4267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633137"/>
            <a:ext cx="6172200" cy="1299633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86400"/>
            <a:ext cx="3932237" cy="1016423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5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19200"/>
            <a:ext cx="3932237" cy="4267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633137"/>
            <a:ext cx="6172200" cy="1299633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86400"/>
            <a:ext cx="3932237" cy="1016423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2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7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973666"/>
            <a:ext cx="262890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973666"/>
            <a:ext cx="773430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4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73670"/>
            <a:ext cx="105156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68333"/>
            <a:ext cx="105156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950271"/>
            <a:ext cx="2743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A604D-DBCB-2443-B4B0-47D2DA0B6FBA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950271"/>
            <a:ext cx="2743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CE2DD-A0FA-B047-B5E3-30FB62EE3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0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E671384-71C6-0151-3C02-4A5AC4AF76AD}"/>
              </a:ext>
            </a:extLst>
          </p:cNvPr>
          <p:cNvGrpSpPr/>
          <p:nvPr/>
        </p:nvGrpSpPr>
        <p:grpSpPr>
          <a:xfrm>
            <a:off x="166742" y="1744731"/>
            <a:ext cx="11982450" cy="11717268"/>
            <a:chOff x="166742" y="1744731"/>
            <a:chExt cx="11982450" cy="117172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2BF219-995C-7FC7-DD46-AB1FBFF03B50}"/>
                </a:ext>
              </a:extLst>
            </p:cNvPr>
            <p:cNvSpPr/>
            <p:nvPr/>
          </p:nvSpPr>
          <p:spPr>
            <a:xfrm>
              <a:off x="207379" y="1744731"/>
              <a:ext cx="11941813" cy="117172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91E628-E29E-9A81-8C70-FA4CE3685174}"/>
                </a:ext>
              </a:extLst>
            </p:cNvPr>
            <p:cNvSpPr txBox="1"/>
            <p:nvPr/>
          </p:nvSpPr>
          <p:spPr>
            <a:xfrm>
              <a:off x="6096000" y="7118063"/>
              <a:ext cx="10386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TDOA (ms)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FB2B594-A110-0BCB-2C16-AC922A6AC27F}"/>
                </a:ext>
              </a:extLst>
            </p:cNvPr>
            <p:cNvGrpSpPr/>
            <p:nvPr/>
          </p:nvGrpSpPr>
          <p:grpSpPr>
            <a:xfrm>
              <a:off x="166742" y="1744731"/>
              <a:ext cx="11982450" cy="11717268"/>
              <a:chOff x="166742" y="1744731"/>
              <a:chExt cx="11982450" cy="11717268"/>
            </a:xfrm>
          </p:grpSpPr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67EBE1E6-4A30-8D9A-3B5A-096E40C746D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20226971"/>
                  </p:ext>
                </p:extLst>
              </p:nvPr>
            </p:nvGraphicFramePr>
            <p:xfrm>
              <a:off x="166742" y="1744731"/>
              <a:ext cx="11982450" cy="549557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8DE59719-520F-D371-543C-275815CBC2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5427618"/>
                  </p:ext>
                </p:extLst>
              </p:nvPr>
            </p:nvGraphicFramePr>
            <p:xfrm>
              <a:off x="187060" y="7832239"/>
              <a:ext cx="11941814" cy="562976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3434FE-67E2-EF87-B136-A1BD096BCFA9}"/>
                  </a:ext>
                </a:extLst>
              </p:cNvPr>
              <p:cNvSpPr txBox="1"/>
              <p:nvPr/>
            </p:nvSpPr>
            <p:spPr>
              <a:xfrm>
                <a:off x="904296" y="1744731"/>
                <a:ext cx="5925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(a)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32649C-BB1D-7E27-B3C6-2653DC22C293}"/>
                  </a:ext>
                </a:extLst>
              </p:cNvPr>
              <p:cNvSpPr txBox="1"/>
              <p:nvPr/>
            </p:nvSpPr>
            <p:spPr>
              <a:xfrm>
                <a:off x="897467" y="7832239"/>
                <a:ext cx="6062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(b)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383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47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Nathaniel A. Frissell Ph.D.</dc:creator>
  <cp:lastModifiedBy>Dr. Nathaniel A. Frissell Ph.D.</cp:lastModifiedBy>
  <cp:revision>3</cp:revision>
  <dcterms:created xsi:type="dcterms:W3CDTF">2025-10-10T19:34:04Z</dcterms:created>
  <dcterms:modified xsi:type="dcterms:W3CDTF">2025-10-10T19:45:38Z</dcterms:modified>
</cp:coreProperties>
</file>
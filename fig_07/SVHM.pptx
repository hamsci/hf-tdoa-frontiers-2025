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53B9B9-5357-EF67-16F2-DE647CDB8126}" v="283" dt="2025-06-17T23:13:29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95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9202-D6F3-6850-17F8-1E4006C2E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4B4CB-528A-A1F7-3929-C106459D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879E-66FD-F0CC-C3B7-DDF7A188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DEB44-B42F-6697-AE8F-C457CC3ED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A1573-AACF-2003-7992-B732AE60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7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D02D-8088-E873-B6F1-0EEB84BC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7568A-2A76-BAD5-3E33-B3BA7C42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4DBD6-3FF7-4BA6-336D-4D022438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538FC-C801-2DDB-8AAB-BAF6E30E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8D69C-61BC-2205-9EB3-36D7148A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50F0-29B3-6C6B-1D71-7C84E162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DFF96-FCD8-6810-28B8-9410FBC82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37AC7-4026-0551-0881-16230459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AA49-5B98-ABCB-A7FA-4A5BC2E9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47D17-3411-146D-8074-90864D5A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5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23CC-86BE-77B0-857F-9E811605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B70C-897C-1DB1-B22B-D54DCD963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E3151-A9B3-46BF-D7F5-DE90A18E7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97689-DEE3-29FD-30AF-ED214C46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DDAA5-F81A-8810-236D-B63B8AA9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E1F85-32AD-A93D-45A4-14292ED1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5F00-9CB8-1756-7079-527B9D9C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6191A-651B-E8C3-0AEE-60412FC79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06F68-0550-E990-019B-5326B611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222B0-8ACF-1385-FCEB-57B6B6940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A14AB-749C-0960-3A68-4BF0C21E0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F8BFC-0EDF-9BA3-17D0-C0B93887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EEEB4-90FD-2FE9-73B6-4FBA4675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56DC9-3518-EE5D-E062-DFBCAEF7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6763-9729-95D6-9D4C-CC218CFE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CE9DF-3E07-D696-E897-FA7D0112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12135-4213-8180-19AE-DEA03A30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59F58-CEFA-C873-D0F0-58093A5E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2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74FF8-6475-C5C3-6396-11586FEF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40D17-717D-6770-9D50-47FF14A2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86AA8-BFB9-DA8B-FDE1-F8FD8294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6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42B6-2C54-307A-E5BD-15E546F4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786C-C4DE-F3B7-6E7E-B5529A54D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04DA0-2A33-B6E4-57EB-23D351D27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CDE10-FA08-E4CF-F812-3BE3BFB3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35275-D91D-5B8D-CDB3-5A19543D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FCEBF-07DF-A1F3-73FA-548FAAF4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4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3911-FE1E-8243-0EA6-FC665998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9FC3D-09FA-F2C7-29EE-5069D0513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7B7C8-6215-A253-9974-1661C9424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42EC9-363F-D6C1-FB0A-BB361517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24112-2578-3FC8-5508-304CE10B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68A71-C849-9EEF-BF6B-C496174A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8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AAD1-FDFC-E4C8-1E94-106D0495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899E0-01D5-0B6E-FFAD-F769432B8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B2F02-FF99-7A53-7765-7C600D05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E47A-6EC9-A1EC-B7F7-B91AE938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5764-7060-7106-0828-E726FCCA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7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C0840-49C2-3EE5-EE30-B94F16376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555DB-0058-A7BC-DC05-2987DE049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36B3-4D31-DF51-6739-E6F9D987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1AD13-25A0-5AC8-24D3-0544E526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C8FF2-989D-BEB1-A836-3D670101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4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D2FFC-3D73-6E72-145A-2C918E91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0177D-1990-4544-11CA-AD1469703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CFD8D-FC4C-8B9D-F385-AC0D6F5E5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83787-1CA6-439D-9755-03E819AEDD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CD5E4-2376-9F50-D616-2E5F8271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5998D-5945-885D-80EE-5E0C03202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5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9DEF4E66-852E-B240-295C-E35EBFE39E6C}"/>
              </a:ext>
            </a:extLst>
          </p:cNvPr>
          <p:cNvGrpSpPr/>
          <p:nvPr/>
        </p:nvGrpSpPr>
        <p:grpSpPr>
          <a:xfrm>
            <a:off x="1526026" y="128550"/>
            <a:ext cx="9139948" cy="9219774"/>
            <a:chOff x="1526026" y="128550"/>
            <a:chExt cx="9139948" cy="9219774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BFB8FC3-EF8F-8471-0C6C-7715ED508DE0}"/>
                </a:ext>
              </a:extLst>
            </p:cNvPr>
            <p:cNvSpPr/>
            <p:nvPr/>
          </p:nvSpPr>
          <p:spPr>
            <a:xfrm>
              <a:off x="1538016" y="266700"/>
              <a:ext cx="9127958" cy="90816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23AB0DA-2AA1-9A15-C341-0FECA006158E}"/>
                </a:ext>
              </a:extLst>
            </p:cNvPr>
            <p:cNvGrpSpPr/>
            <p:nvPr/>
          </p:nvGrpSpPr>
          <p:grpSpPr>
            <a:xfrm>
              <a:off x="1526026" y="128550"/>
              <a:ext cx="9127958" cy="9219774"/>
              <a:chOff x="1526026" y="128550"/>
              <a:chExt cx="9127958" cy="9219774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2E06169-CC56-100A-9C58-89F63F5FFD51}"/>
                  </a:ext>
                </a:extLst>
              </p:cNvPr>
              <p:cNvGrpSpPr/>
              <p:nvPr/>
            </p:nvGrpSpPr>
            <p:grpSpPr>
              <a:xfrm>
                <a:off x="1526026" y="128550"/>
                <a:ext cx="9127958" cy="9219774"/>
                <a:chOff x="1526026" y="128550"/>
                <a:chExt cx="9127958" cy="9219774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3DB19131-EC7B-4949-F701-01D89C496181}"/>
                    </a:ext>
                  </a:extLst>
                </p:cNvPr>
                <p:cNvGrpSpPr/>
                <p:nvPr/>
              </p:nvGrpSpPr>
              <p:grpSpPr>
                <a:xfrm>
                  <a:off x="1526026" y="128550"/>
                  <a:ext cx="9127958" cy="9219774"/>
                  <a:chOff x="1526026" y="128550"/>
                  <a:chExt cx="9127958" cy="9219774"/>
                </a:xfrm>
              </p:grpSpPr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BCD3C5EE-55F1-414B-A06C-6011CF638BC2}"/>
                      </a:ext>
                    </a:extLst>
                  </p:cNvPr>
                  <p:cNvSpPr/>
                  <p:nvPr/>
                </p:nvSpPr>
                <p:spPr>
                  <a:xfrm>
                    <a:off x="1526026" y="638463"/>
                    <a:ext cx="9127958" cy="8709861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E15AB941-2B0F-0BEB-757E-9DE3F19F7B59}"/>
                      </a:ext>
                    </a:extLst>
                  </p:cNvPr>
                  <p:cNvSpPr/>
                  <p:nvPr/>
                </p:nvSpPr>
                <p:spPr>
                  <a:xfrm>
                    <a:off x="3166313" y="1919132"/>
                    <a:ext cx="5859379" cy="5935579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6B2A77D9-870D-83CC-7FA6-68A8C17C87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96002" y="1919132"/>
                    <a:ext cx="0" cy="86334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CD8C208C-0D0F-3D6B-4128-D163FE8F1180}"/>
                      </a:ext>
                    </a:extLst>
                  </p:cNvPr>
                  <p:cNvCxnSpPr>
                    <a:cxnSpLocks/>
                    <a:stCxn id="6" idx="1"/>
                    <a:endCxn id="5" idx="0"/>
                  </p:cNvCxnSpPr>
                  <p:nvPr/>
                </p:nvCxnSpPr>
                <p:spPr>
                  <a:xfrm flipV="1">
                    <a:off x="4024399" y="638463"/>
                    <a:ext cx="2065606" cy="2149914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87591937-2C31-5A4A-BD76-6582A246943F}"/>
                      </a:ext>
                    </a:extLst>
                  </p:cNvPr>
                  <p:cNvCxnSpPr>
                    <a:cxnSpLocks/>
                    <a:stCxn id="5" idx="0"/>
                    <a:endCxn id="6" idx="0"/>
                  </p:cNvCxnSpPr>
                  <p:nvPr/>
                </p:nvCxnSpPr>
                <p:spPr>
                  <a:xfrm>
                    <a:off x="6090005" y="638463"/>
                    <a:ext cx="5998" cy="1280669"/>
                  </a:xfrm>
                  <a:prstGeom prst="line">
                    <a:avLst/>
                  </a:prstGeom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A1B03E13-2245-25E6-9ADE-40C43388156A}"/>
                      </a:ext>
                    </a:extLst>
                  </p:cNvPr>
                  <p:cNvCxnSpPr>
                    <a:cxnSpLocks/>
                    <a:endCxn id="6" idx="7"/>
                  </p:cNvCxnSpPr>
                  <p:nvPr/>
                </p:nvCxnSpPr>
                <p:spPr>
                  <a:xfrm>
                    <a:off x="6117775" y="597305"/>
                    <a:ext cx="2049831" cy="2191072"/>
                  </a:xfrm>
                  <a:prstGeom prst="line">
                    <a:avLst/>
                  </a:prstGeom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36F97ED-12C7-FAFA-18D4-29BBA6A1089A}"/>
                      </a:ext>
                    </a:extLst>
                  </p:cNvPr>
                  <p:cNvCxnSpPr>
                    <a:cxnSpLocks/>
                    <a:stCxn id="6" idx="1"/>
                  </p:cNvCxnSpPr>
                  <p:nvPr/>
                </p:nvCxnSpPr>
                <p:spPr>
                  <a:xfrm>
                    <a:off x="4024399" y="2788377"/>
                    <a:ext cx="2065606" cy="2158700"/>
                  </a:xfrm>
                  <a:prstGeom prst="line">
                    <a:avLst/>
                  </a:prstGeom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EAA9BC67-AE3E-656E-B09F-942304B464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96001" y="2782479"/>
                    <a:ext cx="0" cy="21645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75667219-517F-BFDA-93F2-70D7D74ACB26}"/>
                      </a:ext>
                    </a:extLst>
                  </p:cNvPr>
                  <p:cNvCxnSpPr>
                    <a:cxnSpLocks/>
                    <a:endCxn id="6" idx="7"/>
                  </p:cNvCxnSpPr>
                  <p:nvPr/>
                </p:nvCxnSpPr>
                <p:spPr>
                  <a:xfrm flipV="1">
                    <a:off x="6090005" y="2788377"/>
                    <a:ext cx="2077601" cy="2158700"/>
                  </a:xfrm>
                  <a:prstGeom prst="line">
                    <a:avLst/>
                  </a:prstGeom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050C27C1-B6D5-D6E3-D110-C2405FD89F5F}"/>
                      </a:ext>
                    </a:extLst>
                  </p:cNvPr>
                  <p:cNvSpPr txBox="1"/>
                  <p:nvPr/>
                </p:nvSpPr>
                <p:spPr>
                  <a:xfrm>
                    <a:off x="3680952" y="2380341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/>
                      <a:t>A</a:t>
                    </a:r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71779AE-555F-8413-0EAF-37C28EAF110A}"/>
                      </a:ext>
                    </a:extLst>
                  </p:cNvPr>
                  <p:cNvSpPr txBox="1"/>
                  <p:nvPr/>
                </p:nvSpPr>
                <p:spPr>
                  <a:xfrm>
                    <a:off x="8167603" y="2380341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/>
                      <a:t>B</a:t>
                    </a: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7E4EE9A9-451A-97A9-510B-7022FBF3D12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46" y="3396388"/>
                    <a:ext cx="68688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1" i="1" dirty="0"/>
                      <a:t>r</a:t>
                    </a:r>
                    <a:r>
                      <a:rPr lang="en-US" sz="2400" b="1" dirty="0"/>
                      <a:t> - </a:t>
                    </a:r>
                    <a:r>
                      <a:rPr lang="en-US" sz="2400" b="1" i="1" dirty="0"/>
                      <a:t>y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03BAD0E4-EE8D-B678-11EC-BABC65B977B1}"/>
                      </a:ext>
                    </a:extLst>
                  </p:cNvPr>
                  <p:cNvSpPr txBox="1"/>
                  <p:nvPr/>
                </p:nvSpPr>
                <p:spPr>
                  <a:xfrm>
                    <a:off x="4699125" y="3777021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i="1" dirty="0"/>
                      <a:t>r</a:t>
                    </a: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85AF596-96A1-0522-5AE6-9D463B7F8E5A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46" y="1138682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i="1" dirty="0"/>
                      <a:t>h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8042609C-9D4D-6879-D33F-3B7CCF79210C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46" y="2035994"/>
                    <a:ext cx="34049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i="1" dirty="0"/>
                      <a:t>y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6D9FFBDF-9923-CA51-3BD6-20CDF064A063}"/>
                      </a:ext>
                    </a:extLst>
                  </p:cNvPr>
                  <p:cNvSpPr txBox="1"/>
                  <p:nvPr/>
                </p:nvSpPr>
                <p:spPr>
                  <a:xfrm>
                    <a:off x="5761651" y="128550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b="1" dirty="0"/>
                      <a:t>H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B8D382C1-CCF8-13AE-5D84-18134C5CA634}"/>
                      </a:ext>
                    </a:extLst>
                  </p:cNvPr>
                  <p:cNvSpPr txBox="1"/>
                  <p:nvPr/>
                </p:nvSpPr>
                <p:spPr>
                  <a:xfrm>
                    <a:off x="5761651" y="4842968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b="1" dirty="0"/>
                      <a:t>O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9C64C85-BD0F-D367-403D-DE79A824C97E}"/>
                      </a:ext>
                    </a:extLst>
                  </p:cNvPr>
                  <p:cNvSpPr txBox="1"/>
                  <p:nvPr/>
                </p:nvSpPr>
                <p:spPr>
                  <a:xfrm rot="18849752">
                    <a:off x="6469853" y="3697557"/>
                    <a:ext cx="1766195" cy="400110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2000" b="1" i="1" dirty="0"/>
                      <a:t>r</a:t>
                    </a:r>
                    <a:r>
                      <a:rPr lang="en-US" sz="2000" b="1" dirty="0"/>
                      <a:t> = 6378 km </a:t>
                    </a:r>
                    <a:endParaRPr lang="en-US" sz="1400" dirty="0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4000953-BB3E-B865-B3F2-95106B27316F}"/>
                      </a:ext>
                    </a:extLst>
                  </p:cNvPr>
                  <p:cNvSpPr txBox="1"/>
                  <p:nvPr/>
                </p:nvSpPr>
                <p:spPr>
                  <a:xfrm rot="18923503">
                    <a:off x="4391339" y="1352063"/>
                    <a:ext cx="99300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dirty="0"/>
                      <a:t> </a:t>
                    </a:r>
                    <a:r>
                      <a:rPr lang="en-US" sz="2800" b="1" i="1" dirty="0"/>
                      <a:t>P</a:t>
                    </a:r>
                    <a:r>
                      <a:rPr lang="en-US" sz="1600" b="1" i="1" dirty="0"/>
                      <a:t>1</a:t>
                    </a:r>
                    <a:r>
                      <a:rPr lang="en-US" sz="2800" b="1" i="1" dirty="0"/>
                      <a:t>/2</a:t>
                    </a:r>
                    <a:endParaRPr lang="en-US" sz="2800" b="1" dirty="0"/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7DC0F5CC-865B-ECA2-53F0-730CE56442C2}"/>
                      </a:ext>
                    </a:extLst>
                  </p:cNvPr>
                  <p:cNvSpPr txBox="1"/>
                  <p:nvPr/>
                </p:nvSpPr>
                <p:spPr>
                  <a:xfrm rot="2851870">
                    <a:off x="6253114" y="1286222"/>
                    <a:ext cx="201914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b="1" dirty="0"/>
                      <a:t> </a:t>
                    </a:r>
                    <a:r>
                      <a:rPr lang="en-US" sz="2800" b="1" i="1" dirty="0"/>
                      <a:t>P</a:t>
                    </a:r>
                    <a:r>
                      <a:rPr lang="en-US" sz="1600" b="1" i="1" dirty="0"/>
                      <a:t>1</a:t>
                    </a:r>
                    <a:r>
                      <a:rPr lang="en-US" sz="2800" b="1" i="1" dirty="0"/>
                      <a:t>/2</a:t>
                    </a:r>
                    <a:endParaRPr lang="en-US" sz="2800" b="1" dirty="0"/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96B5102-5C7D-C111-1973-CAE4657D0B76}"/>
                      </a:ext>
                    </a:extLst>
                  </p:cNvPr>
                  <p:cNvSpPr txBox="1"/>
                  <p:nvPr/>
                </p:nvSpPr>
                <p:spPr>
                  <a:xfrm>
                    <a:off x="5547128" y="1627881"/>
                    <a:ext cx="704864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r>
                      <a:rPr lang="en-US" b="1" dirty="0">
                        <a:solidFill>
                          <a:schemeClr val="accent1"/>
                        </a:solidFill>
                      </a:rPr>
                      <a:t>D</a:t>
                    </a:r>
                  </a:p>
                </p:txBody>
              </p:sp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A54E1CC8-08C3-9104-57FD-15C6742845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46" y="2696617"/>
                    <a:ext cx="6868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b="1" i="1" dirty="0"/>
                      <a:t>m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18F3AA6-8B9F-1C57-EFF5-DB69B9145AA2}"/>
                      </a:ext>
                    </a:extLst>
                  </p:cNvPr>
                  <p:cNvSpPr txBox="1"/>
                  <p:nvPr/>
                </p:nvSpPr>
                <p:spPr>
                  <a:xfrm>
                    <a:off x="5023142" y="2185162"/>
                    <a:ext cx="686888" cy="707886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r>
                      <a:rPr lang="en-US" sz="4000" i="1" dirty="0">
                        <a:latin typeface="Brush Script MT"/>
                      </a:rPr>
                      <a:t>l</a:t>
                    </a:r>
                    <a:r>
                      <a:rPr lang="en-US" sz="2800" b="1" dirty="0"/>
                      <a:t>/2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AF98845-CF89-A601-BDB9-280AADCA8B96}"/>
                      </a:ext>
                    </a:extLst>
                  </p:cNvPr>
                  <p:cNvSpPr txBox="1"/>
                  <p:nvPr/>
                </p:nvSpPr>
                <p:spPr>
                  <a:xfrm>
                    <a:off x="6667457" y="2185161"/>
                    <a:ext cx="686888" cy="707886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r>
                      <a:rPr lang="en-US" sz="4000" i="1" dirty="0">
                        <a:latin typeface="Brush Script MT"/>
                      </a:rPr>
                      <a:t>l</a:t>
                    </a:r>
                    <a:r>
                      <a:rPr lang="en-US" sz="2800" b="1" dirty="0"/>
                      <a:t>/2</a:t>
                    </a:r>
                  </a:p>
                </p:txBody>
              </p: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910789E-3EB6-C9A0-E8C4-7FAC4E1E551D}"/>
                      </a:ext>
                    </a:extLst>
                  </p:cNvPr>
                  <p:cNvSpPr txBox="1"/>
                  <p:nvPr/>
                </p:nvSpPr>
                <p:spPr>
                  <a:xfrm rot="18781490">
                    <a:off x="1886720" y="1620495"/>
                    <a:ext cx="1702888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2400" b="1" dirty="0"/>
                      <a:t>Virtual Layer</a:t>
                    </a: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1EEC5F68-847E-EF51-DBA3-293E81A8753B}"/>
                      </a:ext>
                    </a:extLst>
                  </p:cNvPr>
                  <p:cNvSpPr txBox="1"/>
                  <p:nvPr/>
                </p:nvSpPr>
                <p:spPr>
                  <a:xfrm rot="17451959">
                    <a:off x="2495020" y="3410347"/>
                    <a:ext cx="1702888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2400" b="1" dirty="0"/>
                      <a:t>Surface of Earth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10AE8720-FC89-F0D2-0CD8-322CB94171A9}"/>
                      </a:ext>
                    </a:extLst>
                  </p:cNvPr>
                  <p:cNvSpPr/>
                  <p:nvPr/>
                </p:nvSpPr>
                <p:spPr>
                  <a:xfrm>
                    <a:off x="5899911" y="2593457"/>
                    <a:ext cx="194919" cy="19491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5D236727-93E3-1F48-FB86-D3683A230A73}"/>
                      </a:ext>
                    </a:extLst>
                  </p:cNvPr>
                  <p:cNvCxnSpPr>
                    <a:cxnSpLocks/>
                    <a:stCxn id="6" idx="1"/>
                    <a:endCxn id="6" idx="7"/>
                  </p:cNvCxnSpPr>
                  <p:nvPr/>
                </p:nvCxnSpPr>
                <p:spPr>
                  <a:xfrm>
                    <a:off x="4024399" y="2788377"/>
                    <a:ext cx="414320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7DF38561-4635-2505-76EE-44BA32212548}"/>
                    </a:ext>
                  </a:extLst>
                </p:cNvPr>
                <p:cNvGrpSpPr/>
                <p:nvPr/>
              </p:nvGrpSpPr>
              <p:grpSpPr>
                <a:xfrm>
                  <a:off x="5457910" y="4028746"/>
                  <a:ext cx="1276180" cy="471550"/>
                  <a:chOff x="5451338" y="4003346"/>
                  <a:chExt cx="1276180" cy="471550"/>
                </a:xfrm>
              </p:grpSpPr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7F2091F5-C594-6226-680F-46480FEEFE25}"/>
                      </a:ext>
                    </a:extLst>
                  </p:cNvPr>
                  <p:cNvSpPr txBox="1"/>
                  <p:nvPr/>
                </p:nvSpPr>
                <p:spPr>
                  <a:xfrm>
                    <a:off x="5451338" y="4003346"/>
                    <a:ext cx="686888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2400" b="1" i="1" dirty="0"/>
                      <a:t>θ</a:t>
                    </a:r>
                    <a:r>
                      <a:rPr lang="en-US" sz="2400" b="1" dirty="0"/>
                      <a:t>/2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675777D-93E5-0E3D-5226-6EB5178178E7}"/>
                      </a:ext>
                    </a:extLst>
                  </p:cNvPr>
                  <p:cNvSpPr txBox="1"/>
                  <p:nvPr/>
                </p:nvSpPr>
                <p:spPr>
                  <a:xfrm>
                    <a:off x="6040630" y="4013231"/>
                    <a:ext cx="686888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2400" b="1" i="1" dirty="0"/>
                      <a:t>θ</a:t>
                    </a:r>
                    <a:r>
                      <a:rPr lang="en-US" sz="2400" b="1" dirty="0"/>
                      <a:t>/2</a:t>
                    </a:r>
                  </a:p>
                </p:txBody>
              </p:sp>
            </p:grp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3289783-D0F7-E926-4535-A8E61A817CAA}"/>
                  </a:ext>
                </a:extLst>
              </p:cNvPr>
              <p:cNvSpPr txBox="1"/>
              <p:nvPr/>
            </p:nvSpPr>
            <p:spPr>
              <a:xfrm>
                <a:off x="9169486" y="3919608"/>
                <a:ext cx="126447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NOT DRAWN TO SCALE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326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49AC1C-7E03-21F7-1BE8-421A5273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80" y="1059880"/>
            <a:ext cx="9511840" cy="49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1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5be3ea-f6eb-4a72-9008-90425d783a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656FF1973BF4AABC52A633413266E" ma:contentTypeVersion="17" ma:contentTypeDescription="Create a new document." ma:contentTypeScope="" ma:versionID="295a3b0859d833fe12632e72b9cb4356">
  <xsd:schema xmlns:xsd="http://www.w3.org/2001/XMLSchema" xmlns:xs="http://www.w3.org/2001/XMLSchema" xmlns:p="http://schemas.microsoft.com/office/2006/metadata/properties" xmlns:ns3="4f5be3ea-f6eb-4a72-9008-90425d783a61" xmlns:ns4="c1edb696-be16-4019-adbd-8b38c457e3d6" targetNamespace="http://schemas.microsoft.com/office/2006/metadata/properties" ma:root="true" ma:fieldsID="49142aedce57f52af29220e1439dcd66" ns3:_="" ns4:_="">
    <xsd:import namespace="4f5be3ea-f6eb-4a72-9008-90425d783a61"/>
    <xsd:import namespace="c1edb696-be16-4019-adbd-8b38c457e3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be3ea-f6eb-4a72-9008-90425d783a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db696-be16-4019-adbd-8b38c457e3d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7B63CD-3269-4FFC-B71C-D439869634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D5C062-7A53-4761-8B3E-462BE0958587}">
  <ds:schemaRefs>
    <ds:schemaRef ds:uri="http://schemas.openxmlformats.org/package/2006/metadata/core-properties"/>
    <ds:schemaRef ds:uri="http://purl.org/dc/elements/1.1/"/>
    <ds:schemaRef ds:uri="c1edb696-be16-4019-adbd-8b38c457e3d6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f5be3ea-f6eb-4a72-9008-90425d783a61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36F2D69-2C5E-4932-97CC-4A3751DEEF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5be3ea-f6eb-4a72-9008-90425d783a61"/>
    <ds:schemaRef ds:uri="c1edb696-be16-4019-adbd-8b38c457e3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8edc49a-41f1-4c69-9768-a7f6d7c3b8c3}" enabled="0" method="" siteId="{a8edc49a-41f1-4c69-9768-a7f6d7c3b8c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41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Brush Script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S. Papadopoulos</dc:creator>
  <cp:lastModifiedBy>Dr. Nathaniel A. Frissell Ph.D.</cp:lastModifiedBy>
  <cp:revision>101</cp:revision>
  <dcterms:created xsi:type="dcterms:W3CDTF">2025-06-16T02:49:27Z</dcterms:created>
  <dcterms:modified xsi:type="dcterms:W3CDTF">2025-08-22T11:16:45Z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0x010100662656FF1973BF4AABC52A633413266E</vt:lpwstr>
  </property>
</Properties>
</file>